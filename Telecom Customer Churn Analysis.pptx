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503" r:id="rId4"/>
  </p:sldMasterIdLst>
  <p:notesMasterIdLst>
    <p:notesMasterId r:id="rId14"/>
  </p:notesMasterIdLst>
  <p:sldIdLst>
    <p:sldId id="299" r:id="rId5"/>
    <p:sldId id="301" r:id="rId6"/>
    <p:sldId id="307" r:id="rId7"/>
    <p:sldId id="308" r:id="rId8"/>
    <p:sldId id="309" r:id="rId9"/>
    <p:sldId id="311" r:id="rId10"/>
    <p:sldId id="312" r:id="rId11"/>
    <p:sldId id="313" r:id="rId12"/>
    <p:sldId id="31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20" userDrawn="1">
          <p15:clr>
            <a:srgbClr val="A4A3A4"/>
          </p15:clr>
        </p15:guide>
        <p15:guide id="3" pos="7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E40"/>
    <a:srgbClr val="85DFFF"/>
    <a:srgbClr val="00FFFF"/>
    <a:srgbClr val="362795"/>
    <a:srgbClr val="10103D"/>
    <a:srgbClr val="D4D0E9"/>
    <a:srgbClr val="FFFFFF"/>
    <a:srgbClr val="439EB7"/>
    <a:srgbClr val="000000"/>
    <a:srgbClr val="2121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309" autoAdjust="0"/>
    <p:restoredTop sz="96357" autoAdjust="0"/>
  </p:normalViewPr>
  <p:slideViewPr>
    <p:cSldViewPr snapToGrid="0">
      <p:cViewPr>
        <p:scale>
          <a:sx n="75" d="100"/>
          <a:sy n="75" d="100"/>
        </p:scale>
        <p:origin x="893" y="43"/>
      </p:cViewPr>
      <p:guideLst>
        <p:guide orient="horz" pos="2160"/>
        <p:guide pos="520"/>
        <p:guide pos="7160"/>
      </p:guideLst>
    </p:cSldViewPr>
  </p:slideViewPr>
  <p:outlineViewPr>
    <p:cViewPr>
      <p:scale>
        <a:sx n="33" d="100"/>
        <a:sy n="33" d="100"/>
      </p:scale>
      <p:origin x="0" y="-47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F07771-3FAA-4D43-A059-9A7D838C2880}" type="datetimeFigureOut">
              <a:rPr lang="en-US" smtClean="0"/>
              <a:t>3/13/2026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B68C18-1BF1-F447-95ED-60EAAE35426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759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support.microsoft.com/en-us/office/edit-your-school-presentation-44445997-6769-4d44-8b30-f9e3050adbfb?ui=en-us&amp;rs=en-us&amp;ad=us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EF6AE-149E-CEA7-AE00-D115EB2346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9987" y="884255"/>
            <a:ext cx="5148105" cy="2857510"/>
          </a:xfrm>
        </p:spPr>
        <p:txBody>
          <a:bodyPr anchor="b">
            <a:normAutofit/>
          </a:bodyPr>
          <a:lstStyle>
            <a:lvl1pPr algn="l">
              <a:lnSpc>
                <a:spcPct val="75000"/>
              </a:lnSpc>
              <a:defRPr sz="8000" b="1" cap="all" baseline="0"/>
            </a:lvl1pPr>
          </a:lstStyle>
          <a:p>
            <a:r>
              <a:rPr lang="en-US" dirty="0"/>
              <a:t>Add Title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2B5661-7CA8-2748-8523-AD0DFD354CC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8057" y="4552915"/>
            <a:ext cx="5030036" cy="365125"/>
          </a:xfrm>
        </p:spPr>
        <p:txBody>
          <a:bodyPr>
            <a:normAutofit/>
          </a:bodyPr>
          <a:lstStyle>
            <a:lvl1pPr marL="0" indent="0" algn="l">
              <a:buNone/>
              <a:defRPr sz="1600" b="1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Add Subtitle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B04BD1D-781E-E27B-949C-49484EB074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8057" y="4928790"/>
            <a:ext cx="5030036" cy="150267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cxnSp>
        <p:nvCxnSpPr>
          <p:cNvPr id="13" name="Straight Connector 12" title="Verticle Rule Line">
            <a:extLst>
              <a:ext uri="{FF2B5EF4-FFF2-40B4-BE49-F238E27FC236}">
                <a16:creationId xmlns:a16="http://schemas.microsoft.com/office/drawing/2014/main" id="{CE266693-B86C-0A7F-4122-5AFA5028696B}"/>
              </a:ext>
            </a:extLst>
          </p:cNvPr>
          <p:cNvCxnSpPr>
            <a:cxnSpLocks/>
          </p:cNvCxnSpPr>
          <p:nvPr userDrawn="1"/>
        </p:nvCxnSpPr>
        <p:spPr>
          <a:xfrm flipH="1">
            <a:off x="863268" y="4083933"/>
            <a:ext cx="1253208" cy="0"/>
          </a:xfrm>
          <a:prstGeom prst="line">
            <a:avLst/>
          </a:prstGeom>
          <a:ln w="76200">
            <a:solidFill>
              <a:schemeClr val="accent2">
                <a:alpha val="50196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FFF9B1CD-0F75-2582-F5BC-0027F62F807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08657" y="1064814"/>
            <a:ext cx="4884723" cy="5024485"/>
          </a:xfrm>
          <a:prstGeom prst="ellipse">
            <a:avLst/>
          </a:prstGeom>
          <a:ln w="952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Click to add picture </a:t>
            </a:r>
          </a:p>
        </p:txBody>
      </p:sp>
    </p:spTree>
    <p:extLst>
      <p:ext uri="{BB962C8B-B14F-4D97-AF65-F5344CB8AC3E}">
        <p14:creationId xmlns:p14="http://schemas.microsoft.com/office/powerpoint/2010/main" val="2654955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EF6AE-149E-CEA7-AE00-D115EB2346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7865" y="440766"/>
            <a:ext cx="10506386" cy="586583"/>
          </a:xfrm>
        </p:spPr>
        <p:txBody>
          <a:bodyPr anchor="b">
            <a:normAutofit/>
          </a:bodyPr>
          <a:lstStyle>
            <a:lvl1pPr algn="l">
              <a:lnSpc>
                <a:spcPct val="75000"/>
              </a:lnSpc>
              <a:defRPr sz="3200" b="1" cap="all" baseline="0"/>
            </a:lvl1pPr>
          </a:lstStyle>
          <a:p>
            <a:r>
              <a:rPr lang="en-US" dirty="0"/>
              <a:t>Add Title </a:t>
            </a:r>
          </a:p>
        </p:txBody>
      </p:sp>
      <p:cxnSp>
        <p:nvCxnSpPr>
          <p:cNvPr id="13" name="Straight Connector 12" title="Verticle Rule Line">
            <a:extLst>
              <a:ext uri="{FF2B5EF4-FFF2-40B4-BE49-F238E27FC236}">
                <a16:creationId xmlns:a16="http://schemas.microsoft.com/office/drawing/2014/main" id="{CE266693-B86C-0A7F-4122-5AFA5028696B}"/>
              </a:ext>
            </a:extLst>
          </p:cNvPr>
          <p:cNvCxnSpPr>
            <a:cxnSpLocks/>
          </p:cNvCxnSpPr>
          <p:nvPr userDrawn="1"/>
        </p:nvCxnSpPr>
        <p:spPr>
          <a:xfrm flipH="1">
            <a:off x="853219" y="1370880"/>
            <a:ext cx="1253208" cy="0"/>
          </a:xfrm>
          <a:prstGeom prst="line">
            <a:avLst/>
          </a:prstGeom>
          <a:ln w="76200">
            <a:solidFill>
              <a:schemeClr val="accent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C2AD9E8-14E8-2D94-11D7-64806DB72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7865" y="6183501"/>
            <a:ext cx="3161040" cy="365125"/>
          </a:xfrm>
        </p:spPr>
        <p:txBody>
          <a:bodyPr/>
          <a:lstStyle>
            <a:lvl1pPr algn="l">
              <a:defRPr sz="1000" cap="all" baseline="0"/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A722167-2F12-D034-503E-17517FE09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7469" y="6183501"/>
            <a:ext cx="2593316" cy="365125"/>
          </a:xfrm>
        </p:spPr>
        <p:txBody>
          <a:bodyPr lIns="0" tIns="0" rIns="0"/>
          <a:lstStyle>
            <a:lvl1pPr>
              <a:defRPr sz="1000" cap="all" baseline="0"/>
            </a:lvl1pPr>
          </a:lstStyle>
          <a:p>
            <a:r>
              <a:rPr lang="en-US" dirty="0"/>
              <a:t>Page 0</a:t>
            </a:r>
            <a:fld id="{F4D6F5BC-20F0-430F-85EA-3DE30F119EF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06B18601-29B7-CEC1-B476-E63FC26258C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08647" y="1497208"/>
            <a:ext cx="8266112" cy="4541837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3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590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F2E5F8C-6D58-8F32-B51F-0C3D8A348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53739" y="0"/>
            <a:ext cx="7938261" cy="6858000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FEF6AE-149E-CEA7-AE00-D115EB2346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7865" y="440766"/>
            <a:ext cx="10506386" cy="586583"/>
          </a:xfrm>
        </p:spPr>
        <p:txBody>
          <a:bodyPr anchor="b">
            <a:normAutofit/>
          </a:bodyPr>
          <a:lstStyle>
            <a:lvl1pPr algn="l">
              <a:lnSpc>
                <a:spcPct val="75000"/>
              </a:lnSpc>
              <a:defRPr sz="3200" b="1" cap="all" baseline="0"/>
            </a:lvl1pPr>
          </a:lstStyle>
          <a:p>
            <a:r>
              <a:rPr lang="en-US" dirty="0"/>
              <a:t>Add Title </a:t>
            </a:r>
          </a:p>
        </p:txBody>
      </p:sp>
    </p:spTree>
    <p:extLst>
      <p:ext uri="{BB962C8B-B14F-4D97-AF65-F5344CB8AC3E}">
        <p14:creationId xmlns:p14="http://schemas.microsoft.com/office/powerpoint/2010/main" val="35402358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C8873926-7B78-3D8B-7329-EF50EAE68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152471" y="983016"/>
            <a:ext cx="7176252" cy="4806702"/>
            <a:chOff x="3843454" y="907788"/>
            <a:chExt cx="7789936" cy="5217752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4085623-B323-15BB-984D-DDE69D4B9587}"/>
                </a:ext>
              </a:extLst>
            </p:cNvPr>
            <p:cNvSpPr/>
            <p:nvPr/>
          </p:nvSpPr>
          <p:spPr>
            <a:xfrm>
              <a:off x="3843454" y="3122988"/>
              <a:ext cx="3002552" cy="3002552"/>
            </a:xfrm>
            <a:prstGeom prst="ellipse">
              <a:avLst/>
            </a:prstGeom>
            <a:solidFill>
              <a:schemeClr val="accent2">
                <a:alpha val="50196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orbel" panose="020B0503020204020204" pitchFamily="34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B6C7E221-8D2B-CBFC-68D6-839D5E0657F8}"/>
                </a:ext>
              </a:extLst>
            </p:cNvPr>
            <p:cNvSpPr/>
            <p:nvPr/>
          </p:nvSpPr>
          <p:spPr>
            <a:xfrm>
              <a:off x="8630838" y="907788"/>
              <a:ext cx="3002552" cy="3002552"/>
            </a:xfrm>
            <a:prstGeom prst="ellipse">
              <a:avLst/>
            </a:prstGeom>
            <a:solidFill>
              <a:schemeClr val="accent2">
                <a:alpha val="50196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orbel" panose="020B0503020204020204" pitchFamily="34" charset="0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75363E9-2831-22C4-5953-A85CCD374559}"/>
                </a:ext>
              </a:extLst>
            </p:cNvPr>
            <p:cNvSpPr/>
            <p:nvPr/>
          </p:nvSpPr>
          <p:spPr>
            <a:xfrm>
              <a:off x="6431113" y="2040522"/>
              <a:ext cx="2786092" cy="278609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orbel" panose="020B0503020204020204" pitchFamily="34" charset="0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D9BC358-DA62-078E-A1CA-3210A4B84823}"/>
                </a:ext>
              </a:extLst>
            </p:cNvPr>
            <p:cNvSpPr/>
            <p:nvPr/>
          </p:nvSpPr>
          <p:spPr>
            <a:xfrm>
              <a:off x="6214653" y="1838034"/>
              <a:ext cx="3201728" cy="3201728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orbel" panose="020B0503020204020204" pitchFamily="34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CFEF6AE-149E-CEA7-AE00-D115EB2346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7865" y="440766"/>
            <a:ext cx="10506386" cy="586583"/>
          </a:xfrm>
        </p:spPr>
        <p:txBody>
          <a:bodyPr anchor="b">
            <a:normAutofit/>
          </a:bodyPr>
          <a:lstStyle>
            <a:lvl1pPr algn="l">
              <a:lnSpc>
                <a:spcPct val="75000"/>
              </a:lnSpc>
              <a:defRPr sz="3200" b="1" cap="all" baseline="0"/>
            </a:lvl1pPr>
          </a:lstStyle>
          <a:p>
            <a:r>
              <a:rPr lang="en-US" dirty="0"/>
              <a:t>Add Title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E266693-B86C-0A7F-4122-5AFA502869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53219" y="1370880"/>
            <a:ext cx="1253208" cy="0"/>
          </a:xfrm>
          <a:prstGeom prst="line">
            <a:avLst/>
          </a:prstGeom>
          <a:ln w="76200">
            <a:solidFill>
              <a:schemeClr val="accent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37AB175B-864E-BA0F-E983-C33054BB0D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7865" y="1665516"/>
            <a:ext cx="2492882" cy="3506871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B04BD1D-781E-E27B-949C-49484EB074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45561" y="3838475"/>
            <a:ext cx="2146157" cy="98473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FDE2C736-388B-9EFD-81DA-A15F750F953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45561" y="4857546"/>
            <a:ext cx="2146157" cy="314841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 b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F2E321BD-9A11-AE29-8459-9C200AF7977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33442" y="2753783"/>
            <a:ext cx="1984267" cy="948574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86DD92F1-24D0-50C9-4AB7-DC84EC5DEA9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43490" y="3702356"/>
            <a:ext cx="1984267" cy="31771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0EFE4CF5-A2F0-8B32-3770-9CAA8D022A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971447" y="1712736"/>
            <a:ext cx="1984267" cy="89606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D79E692B-5B0D-1A20-90E6-6E364FBB4ED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971447" y="2608801"/>
            <a:ext cx="1984267" cy="36512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 b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C2AD9E8-14E8-2D94-11D7-64806DB72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7865" y="6183501"/>
            <a:ext cx="3161040" cy="365125"/>
          </a:xfrm>
        </p:spPr>
        <p:txBody>
          <a:bodyPr/>
          <a:lstStyle>
            <a:lvl1pPr algn="l">
              <a:defRPr sz="1000" cap="all" baseline="0"/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A722167-2F12-D034-503E-17517FE09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7469" y="6183501"/>
            <a:ext cx="2593316" cy="365125"/>
          </a:xfrm>
        </p:spPr>
        <p:txBody>
          <a:bodyPr lIns="0" tIns="0" rIns="0"/>
          <a:lstStyle>
            <a:lvl1pPr>
              <a:defRPr sz="1000" cap="all" baseline="0"/>
            </a:lvl1pPr>
          </a:lstStyle>
          <a:p>
            <a:r>
              <a:rPr lang="en-US" dirty="0"/>
              <a:t>Page 0</a:t>
            </a:r>
            <a:fld id="{F4D6F5BC-20F0-430F-85EA-3DE30F119E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794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F2E5F8C-6D58-8F32-B51F-0C3D8A348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53739" y="0"/>
            <a:ext cx="7938261" cy="6858000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FEF6AE-149E-CEA7-AE00-D115EB2346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57817" y="269182"/>
            <a:ext cx="3362008" cy="1196426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200" b="1" cap="all" baseline="0"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B04BD1D-781E-E27B-949C-49484EB074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57816" y="2100107"/>
            <a:ext cx="2899443" cy="3072280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E266693-B86C-0A7F-4122-5AFA502869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53219" y="1802953"/>
            <a:ext cx="1253208" cy="0"/>
          </a:xfrm>
          <a:prstGeom prst="line">
            <a:avLst/>
          </a:prstGeom>
          <a:ln w="76200">
            <a:solidFill>
              <a:schemeClr val="accent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BB38A35A-0479-9C12-5A6F-E459151CA6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93485" y="873373"/>
            <a:ext cx="1463040" cy="14630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A36BCCE0-8E96-CFD7-773F-6DD34953319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559245" y="1239133"/>
            <a:ext cx="731520" cy="73152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1F1B55E6-D30C-94A2-74A3-7753E4C42B8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06617" y="2504151"/>
            <a:ext cx="1636776" cy="821854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312D6E0-52A8-9730-81A1-85A486A1FB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02181" y="873373"/>
            <a:ext cx="1463040" cy="14630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Picture Placeholder 27">
            <a:extLst>
              <a:ext uri="{FF2B5EF4-FFF2-40B4-BE49-F238E27FC236}">
                <a16:creationId xmlns:a16="http://schemas.microsoft.com/office/drawing/2014/main" id="{DDE02828-F855-FC8F-BE08-3709165F933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867941" y="1239133"/>
            <a:ext cx="731520" cy="73152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B27154A6-5E2E-B227-1A26-0180BD37901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15313" y="2504151"/>
            <a:ext cx="1636776" cy="821854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5C45418-A5D9-CF6D-A126-CFC5822051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10877" y="873373"/>
            <a:ext cx="1463040" cy="14630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Picture Placeholder 27">
            <a:extLst>
              <a:ext uri="{FF2B5EF4-FFF2-40B4-BE49-F238E27FC236}">
                <a16:creationId xmlns:a16="http://schemas.microsoft.com/office/drawing/2014/main" id="{C9960172-8670-373D-A621-80693CE45A8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0176637" y="1239133"/>
            <a:ext cx="731520" cy="73152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864550A4-3E55-BC7E-8E76-D618452D34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724009" y="2504151"/>
            <a:ext cx="1636776" cy="821854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C3DC7D4-9A01-6517-BBA3-25985ED39F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93485" y="3507830"/>
            <a:ext cx="1463040" cy="14630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Picture Placeholder 27">
            <a:extLst>
              <a:ext uri="{FF2B5EF4-FFF2-40B4-BE49-F238E27FC236}">
                <a16:creationId xmlns:a16="http://schemas.microsoft.com/office/drawing/2014/main" id="{8B660B9C-1FDD-B66C-4771-6927C706C11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559245" y="3895767"/>
            <a:ext cx="731520" cy="73152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5CEDB5D2-20DC-E42D-81A3-DD675DB5DAC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06617" y="5112564"/>
            <a:ext cx="1636776" cy="821854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6E0A5FF-B1AF-63A9-AB13-9C59EC05FD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02181" y="3507830"/>
            <a:ext cx="1463040" cy="14630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Picture Placeholder 27">
            <a:extLst>
              <a:ext uri="{FF2B5EF4-FFF2-40B4-BE49-F238E27FC236}">
                <a16:creationId xmlns:a16="http://schemas.microsoft.com/office/drawing/2014/main" id="{CE1131E2-6ABA-CCF9-F1A8-115DB733B6E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7867941" y="3895767"/>
            <a:ext cx="731520" cy="73152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11333C39-8C83-07F1-DB19-333B85C4D55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415313" y="5122612"/>
            <a:ext cx="1636776" cy="821854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65DEC11-1F32-4EAC-3FA0-360A3FEBE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10877" y="3507830"/>
            <a:ext cx="1463040" cy="14630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Picture Placeholder 27">
            <a:extLst>
              <a:ext uri="{FF2B5EF4-FFF2-40B4-BE49-F238E27FC236}">
                <a16:creationId xmlns:a16="http://schemas.microsoft.com/office/drawing/2014/main" id="{ADD5603E-E24A-E9C5-D35F-A38DC46658F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0176637" y="3895767"/>
            <a:ext cx="731520" cy="73152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E65FCE6B-F5AD-CA04-8BC6-D677E90648C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724009" y="5122612"/>
            <a:ext cx="1636776" cy="821854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C2AD9E8-14E8-2D94-11D7-64806DB72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7865" y="6183501"/>
            <a:ext cx="3161040" cy="365125"/>
          </a:xfrm>
        </p:spPr>
        <p:txBody>
          <a:bodyPr/>
          <a:lstStyle>
            <a:lvl1pPr algn="l">
              <a:defRPr sz="1000" cap="all" baseline="0"/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A722167-2F12-D034-503E-17517FE09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7469" y="6183501"/>
            <a:ext cx="2593316" cy="365125"/>
          </a:xfrm>
        </p:spPr>
        <p:txBody>
          <a:bodyPr lIns="0" tIns="0" rIns="0"/>
          <a:lstStyle>
            <a:lvl1pPr>
              <a:defRPr sz="10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0</a:t>
            </a:r>
            <a:fld id="{F4D6F5BC-20F0-430F-85EA-3DE30F119E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3126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EF6AE-149E-CEA7-AE00-D115EB2346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7865" y="440766"/>
            <a:ext cx="10506386" cy="586583"/>
          </a:xfrm>
        </p:spPr>
        <p:txBody>
          <a:bodyPr anchor="b">
            <a:normAutofit/>
          </a:bodyPr>
          <a:lstStyle>
            <a:lvl1pPr algn="l">
              <a:lnSpc>
                <a:spcPct val="75000"/>
              </a:lnSpc>
              <a:defRPr sz="3200" b="1" cap="all" baseline="0"/>
            </a:lvl1pPr>
          </a:lstStyle>
          <a:p>
            <a:r>
              <a:rPr lang="en-US" dirty="0"/>
              <a:t>Add Title </a:t>
            </a:r>
          </a:p>
        </p:txBody>
      </p:sp>
      <p:cxnSp>
        <p:nvCxnSpPr>
          <p:cNvPr id="13" name="Straight Connector 12" descr="Verticle Rule Line" title="Verticle Rule Line">
            <a:extLst>
              <a:ext uri="{FF2B5EF4-FFF2-40B4-BE49-F238E27FC236}">
                <a16:creationId xmlns:a16="http://schemas.microsoft.com/office/drawing/2014/main" id="{CE266693-B86C-0A7F-4122-5AFA5028696B}"/>
              </a:ext>
            </a:extLst>
          </p:cNvPr>
          <p:cNvCxnSpPr>
            <a:cxnSpLocks/>
          </p:cNvCxnSpPr>
          <p:nvPr userDrawn="1"/>
        </p:nvCxnSpPr>
        <p:spPr>
          <a:xfrm flipH="1">
            <a:off x="853219" y="1370880"/>
            <a:ext cx="1253208" cy="0"/>
          </a:xfrm>
          <a:prstGeom prst="line">
            <a:avLst/>
          </a:prstGeom>
          <a:ln w="76200">
            <a:solidFill>
              <a:schemeClr val="accent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79171D-B8A1-3D4F-8F0C-145874B4BC9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008647" y="1497208"/>
            <a:ext cx="8266112" cy="2471891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3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90BFEB1E-8991-0667-6BDA-AFC8E1A8196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08647" y="4270548"/>
            <a:ext cx="8265604" cy="1090244"/>
          </a:xfrm>
        </p:spPr>
        <p:txBody>
          <a:bodyPr lIns="137160" tIns="0" rIns="0" bIns="0" numCol="3" spcCol="640080">
            <a:normAutofit/>
          </a:bodyPr>
          <a:lstStyle>
            <a:lvl1pPr marL="182880" indent="-347472">
              <a:lnSpc>
                <a:spcPct val="150000"/>
              </a:lnSpc>
              <a:buFont typeface="Arial" panose="020B0604020202020204" pitchFamily="34" charset="0"/>
              <a:buChar char="•"/>
              <a:defRPr sz="1600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C2AD9E8-14E8-2D94-11D7-64806DB72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7865" y="6183501"/>
            <a:ext cx="3161040" cy="365125"/>
          </a:xfrm>
        </p:spPr>
        <p:txBody>
          <a:bodyPr/>
          <a:lstStyle>
            <a:lvl1pPr algn="l">
              <a:defRPr sz="1000" cap="all" baseline="0"/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A722167-2F12-D034-503E-17517FE09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7469" y="6183501"/>
            <a:ext cx="2593316" cy="365125"/>
          </a:xfrm>
        </p:spPr>
        <p:txBody>
          <a:bodyPr lIns="0" tIns="0" rIns="0"/>
          <a:lstStyle>
            <a:lvl1pPr>
              <a:defRPr sz="1000" cap="all" baseline="0"/>
            </a:lvl1pPr>
          </a:lstStyle>
          <a:p>
            <a:r>
              <a:rPr lang="en-US" dirty="0"/>
              <a:t>Page 0</a:t>
            </a:r>
            <a:fld id="{F4D6F5BC-20F0-430F-85EA-3DE30F119E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4312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EF6AE-149E-CEA7-AE00-D115EB2346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7865" y="214692"/>
            <a:ext cx="3713700" cy="124598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200" b="1" cap="all" baseline="0"/>
            </a:lvl1pPr>
          </a:lstStyle>
          <a:p>
            <a:r>
              <a:rPr lang="en-US" dirty="0"/>
              <a:t>Add Title 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B04BD1D-781E-E27B-949C-49484EB074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28743" y="2090054"/>
            <a:ext cx="8034492" cy="4093447"/>
          </a:xfrm>
        </p:spPr>
        <p:txBody>
          <a:bodyPr>
            <a:noAutofit/>
          </a:bodyPr>
          <a:lstStyle>
            <a:lvl1pPr marL="274320" indent="-274320">
              <a:lnSpc>
                <a:spcPct val="120000"/>
              </a:lnSpc>
              <a:spcBef>
                <a:spcPts val="3000"/>
              </a:spcBef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cxnSp>
        <p:nvCxnSpPr>
          <p:cNvPr id="13" name="Straight Connector 12" title="Verticle Rule Line">
            <a:extLst>
              <a:ext uri="{FF2B5EF4-FFF2-40B4-BE49-F238E27FC236}">
                <a16:creationId xmlns:a16="http://schemas.microsoft.com/office/drawing/2014/main" id="{CE266693-B86C-0A7F-4122-5AFA5028696B}"/>
              </a:ext>
            </a:extLst>
          </p:cNvPr>
          <p:cNvCxnSpPr>
            <a:cxnSpLocks/>
          </p:cNvCxnSpPr>
          <p:nvPr userDrawn="1"/>
        </p:nvCxnSpPr>
        <p:spPr>
          <a:xfrm flipH="1">
            <a:off x="853219" y="1792905"/>
            <a:ext cx="1253208" cy="0"/>
          </a:xfrm>
          <a:prstGeom prst="line">
            <a:avLst/>
          </a:prstGeom>
          <a:ln w="76200">
            <a:solidFill>
              <a:schemeClr val="accent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C2AD9E8-14E8-2D94-11D7-64806DB72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7865" y="6183501"/>
            <a:ext cx="3161040" cy="365125"/>
          </a:xfrm>
        </p:spPr>
        <p:txBody>
          <a:bodyPr/>
          <a:lstStyle>
            <a:lvl1pPr algn="l">
              <a:defRPr sz="1000" cap="all" baseline="0"/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A722167-2F12-D034-503E-17517FE09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7469" y="6183501"/>
            <a:ext cx="2593316" cy="365125"/>
          </a:xfrm>
        </p:spPr>
        <p:txBody>
          <a:bodyPr lIns="0" tIns="0" rIns="0"/>
          <a:lstStyle>
            <a:lvl1pPr>
              <a:defRPr sz="1000" cap="all" baseline="0"/>
            </a:lvl1pPr>
          </a:lstStyle>
          <a:p>
            <a:r>
              <a:rPr lang="en-US" dirty="0"/>
              <a:t>Page 0</a:t>
            </a:r>
            <a:fld id="{F4D6F5BC-20F0-430F-85EA-3DE30F119E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055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iz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EF6AE-149E-CEA7-AE00-D115EB2346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7865" y="214692"/>
            <a:ext cx="3713700" cy="124598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200" b="1" cap="all" baseline="0"/>
            </a:lvl1pPr>
          </a:lstStyle>
          <a:p>
            <a:r>
              <a:rPr lang="en-US" dirty="0"/>
              <a:t>Add Title 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B04BD1D-781E-E27B-949C-49484EB074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56288" y="2059910"/>
            <a:ext cx="4072934" cy="112541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3000"/>
              </a:spcBef>
              <a:buFont typeface="Arial" panose="020B0604020202020204" pitchFamily="34" charset="0"/>
              <a:buNone/>
              <a:defRPr sz="2400" u="sng">
                <a:solidFill>
                  <a:schemeClr val="accent3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3" name="Straight Connector 12" title="Verticle Rule Line">
            <a:extLst>
              <a:ext uri="{FF2B5EF4-FFF2-40B4-BE49-F238E27FC236}">
                <a16:creationId xmlns:a16="http://schemas.microsoft.com/office/drawing/2014/main" id="{CE266693-B86C-0A7F-4122-5AFA5028696B}"/>
              </a:ext>
            </a:extLst>
          </p:cNvPr>
          <p:cNvCxnSpPr>
            <a:cxnSpLocks/>
          </p:cNvCxnSpPr>
          <p:nvPr userDrawn="1"/>
        </p:nvCxnSpPr>
        <p:spPr>
          <a:xfrm flipH="1">
            <a:off x="853219" y="1792905"/>
            <a:ext cx="1253208" cy="0"/>
          </a:xfrm>
          <a:prstGeom prst="line">
            <a:avLst/>
          </a:prstGeom>
          <a:ln w="76200">
            <a:solidFill>
              <a:schemeClr val="accent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C2AD9E8-14E8-2D94-11D7-64806DB72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7865" y="6183501"/>
            <a:ext cx="3161040" cy="365125"/>
          </a:xfrm>
        </p:spPr>
        <p:txBody>
          <a:bodyPr/>
          <a:lstStyle>
            <a:lvl1pPr algn="l">
              <a:defRPr sz="1000" cap="all" baseline="0"/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A722167-2F12-D034-503E-17517FE09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7469" y="6183501"/>
            <a:ext cx="2593316" cy="365125"/>
          </a:xfrm>
        </p:spPr>
        <p:txBody>
          <a:bodyPr lIns="0" tIns="0" rIns="0"/>
          <a:lstStyle>
            <a:lvl1pPr>
              <a:defRPr sz="1000" cap="all" baseline="0"/>
            </a:lvl1pPr>
          </a:lstStyle>
          <a:p>
            <a:r>
              <a:rPr lang="en-US" dirty="0"/>
              <a:t>Page 0</a:t>
            </a:r>
            <a:fld id="{F4D6F5BC-20F0-430F-85EA-3DE30F119E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Graphic 8" descr="Circle with left arrow with solid fill">
            <a:hlinkClick r:id="rId2"/>
            <a:extLst>
              <a:ext uri="{FF2B5EF4-FFF2-40B4-BE49-F238E27FC236}">
                <a16:creationId xmlns:a16="http://schemas.microsoft.com/office/drawing/2014/main" id="{D888B852-56B6-C839-5CBD-590D6856CFF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5192428" y="2103070"/>
            <a:ext cx="830997" cy="830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645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A44999A-DAD5-F853-1F66-4F4611931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7865" y="6183501"/>
            <a:ext cx="3161040" cy="365125"/>
          </a:xfrm>
        </p:spPr>
        <p:txBody>
          <a:bodyPr/>
          <a:lstStyle>
            <a:lvl1pPr algn="l">
              <a:defRPr sz="1000" cap="all" baseline="0"/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6A5DA8F-E966-3396-E829-59C248D67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7469" y="6183501"/>
            <a:ext cx="2593316" cy="365125"/>
          </a:xfrm>
        </p:spPr>
        <p:txBody>
          <a:bodyPr lIns="0" tIns="0" rIns="0"/>
          <a:lstStyle>
            <a:lvl1pPr>
              <a:defRPr sz="1000" cap="all" baseline="0"/>
            </a:lvl1pPr>
          </a:lstStyle>
          <a:p>
            <a:r>
              <a:rPr lang="en-US" dirty="0"/>
              <a:t>Page 0</a:t>
            </a:r>
            <a:fld id="{F4D6F5BC-20F0-430F-85EA-3DE30F119E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2195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3000">
              <a:schemeClr val="accent5">
                <a:lumMod val="50000"/>
              </a:schemeClr>
            </a:gs>
            <a:gs pos="100000">
              <a:schemeClr val="accent5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colorfulness, purple, magenta, violet&#10;&#10;Description automatically generated">
            <a:extLst>
              <a:ext uri="{FF2B5EF4-FFF2-40B4-BE49-F238E27FC236}">
                <a16:creationId xmlns:a16="http://schemas.microsoft.com/office/drawing/2014/main" id="{21C67B27-3DCB-A612-1630-DEAAA09B86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 cstate="screen">
            <a:alphaModFix amt="20000"/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E9871A-9A2C-2E6F-0221-5C00575ED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B15982-9619-48E7-255C-DAB69168F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20CA30-D605-A6EE-40D5-0F18CC14B6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D7005CC9-ACBC-4F41-893C-06CDEFA85144}" type="datetimeFigureOut">
              <a:rPr lang="en-US" smtClean="0"/>
              <a:pPr/>
              <a:t>3/13/2026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EE9BE-1334-B164-BD91-65446700A8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21F1D-6897-D2A8-3BF8-B5672CDFF4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F4D6F5BC-20F0-430F-85EA-3DE30F119E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6033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15" r:id="rId1"/>
    <p:sldLayoutId id="2147484516" r:id="rId2"/>
    <p:sldLayoutId id="2147484517" r:id="rId3"/>
    <p:sldLayoutId id="2147484518" r:id="rId4"/>
    <p:sldLayoutId id="2147484519" r:id="rId5"/>
    <p:sldLayoutId id="2147484520" r:id="rId6"/>
    <p:sldLayoutId id="2147484521" r:id="rId7"/>
    <p:sldLayoutId id="2147484522" r:id="rId8"/>
    <p:sldLayoutId id="2147484510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5BD28-376C-83FF-3BDA-B0F5DCD0ED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4800" dirty="0"/>
              <a:t>Telecom Customer Churn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C5B2A-4E07-94EA-3944-3703FF79CD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Data-Driven Insights &amp; Retention Strategies</a:t>
            </a:r>
          </a:p>
        </p:txBody>
      </p:sp>
      <p:pic>
        <p:nvPicPr>
          <p:cNvPr id="18" name="Picture Placeholder 17">
            <a:extLst>
              <a:ext uri="{FF2B5EF4-FFF2-40B4-BE49-F238E27FC236}">
                <a16:creationId xmlns:a16="http://schemas.microsoft.com/office/drawing/2014/main" id="{71E9CEC5-695F-EA1C-C8DF-C27BDA835D9B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t="15666" b="15666"/>
          <a:stretch>
            <a:fillRect/>
          </a:stretch>
        </p:blipFill>
        <p:spPr>
          <a:xfrm>
            <a:off x="6208713" y="1065213"/>
            <a:ext cx="4884737" cy="5024437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813954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D091F-2E1A-3912-A662-9729BFF72C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7865" y="877646"/>
            <a:ext cx="2653761" cy="586583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FFEE40"/>
                </a:solidFill>
              </a:rPr>
              <a:t>Overview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82A47A7-C975-DF02-D07F-DB4290AABB32}"/>
              </a:ext>
            </a:extLst>
          </p:cNvPr>
          <p:cNvSpPr txBox="1"/>
          <p:nvPr/>
        </p:nvSpPr>
        <p:spPr>
          <a:xfrm>
            <a:off x="767865" y="1661652"/>
            <a:ext cx="265376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To identify the primary factors for customer attrition and give the recommendation for business improvements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5D7625-6CF1-C124-B0B2-9F4DB88F3E56}"/>
              </a:ext>
            </a:extLst>
          </p:cNvPr>
          <p:cNvSpPr txBox="1"/>
          <p:nvPr/>
        </p:nvSpPr>
        <p:spPr>
          <a:xfrm>
            <a:off x="4397071" y="1661652"/>
            <a:ext cx="414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Data Sets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13BB273-0FA5-1619-7658-8494751C73D0}"/>
              </a:ext>
            </a:extLst>
          </p:cNvPr>
          <p:cNvSpPr txBox="1"/>
          <p:nvPr/>
        </p:nvSpPr>
        <p:spPr>
          <a:xfrm>
            <a:off x="4397071" y="4312756"/>
            <a:ext cx="2080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Tech Stack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5F7CF13-60F5-6D4C-B51C-EF8E9411D798}"/>
              </a:ext>
            </a:extLst>
          </p:cNvPr>
          <p:cNvCxnSpPr>
            <a:cxnSpLocks/>
          </p:cNvCxnSpPr>
          <p:nvPr/>
        </p:nvCxnSpPr>
        <p:spPr>
          <a:xfrm>
            <a:off x="4397071" y="2060480"/>
            <a:ext cx="696942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1DBA7A1-16BD-C652-186F-632410BBC93D}"/>
              </a:ext>
            </a:extLst>
          </p:cNvPr>
          <p:cNvSpPr txBox="1"/>
          <p:nvPr/>
        </p:nvSpPr>
        <p:spPr>
          <a:xfrm>
            <a:off x="4397071" y="2060480"/>
            <a:ext cx="696942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dataset used for this analysis contains 7,043 rows (representing individual customers) and 21 columns (representing their attributes).</a:t>
            </a:r>
          </a:p>
          <a:p>
            <a:endParaRPr lang="en-US" dirty="0"/>
          </a:p>
          <a:p>
            <a:r>
              <a:rPr lang="en-US" dirty="0"/>
              <a:t>The dataset have below set of information</a:t>
            </a:r>
          </a:p>
          <a:p>
            <a:pPr marL="558800" indent="-285750">
              <a:buFont typeface="Arial" panose="020B0604020202020204" pitchFamily="34" charset="0"/>
              <a:buChar char="•"/>
            </a:pPr>
            <a:r>
              <a:rPr lang="en-US" dirty="0"/>
              <a:t>Demographic Information</a:t>
            </a:r>
          </a:p>
          <a:p>
            <a:pPr marL="558800" indent="-285750">
              <a:buFont typeface="Arial" panose="020B0604020202020204" pitchFamily="34" charset="0"/>
              <a:buChar char="•"/>
            </a:pPr>
            <a:r>
              <a:rPr lang="en-US" dirty="0"/>
              <a:t>Services Subscribed</a:t>
            </a:r>
          </a:p>
          <a:p>
            <a:pPr marL="558800" indent="-285750">
              <a:buFont typeface="Arial" panose="020B0604020202020204" pitchFamily="34" charset="0"/>
              <a:buChar char="•"/>
            </a:pPr>
            <a:r>
              <a:rPr lang="en-US" dirty="0"/>
              <a:t>Account &amp; Financial Information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056F879-F515-A08F-2385-90F1FBDC28E1}"/>
              </a:ext>
            </a:extLst>
          </p:cNvPr>
          <p:cNvCxnSpPr>
            <a:cxnSpLocks/>
          </p:cNvCxnSpPr>
          <p:nvPr/>
        </p:nvCxnSpPr>
        <p:spPr>
          <a:xfrm>
            <a:off x="4397071" y="4682088"/>
            <a:ext cx="696942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2905D11-D338-75D7-BABC-6209AAA5B36B}"/>
              </a:ext>
            </a:extLst>
          </p:cNvPr>
          <p:cNvSpPr txBox="1"/>
          <p:nvPr/>
        </p:nvSpPr>
        <p:spPr>
          <a:xfrm>
            <a:off x="4397071" y="4682088"/>
            <a:ext cx="69694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Language: Python</a:t>
            </a:r>
          </a:p>
          <a:p>
            <a:endParaRPr lang="en-US" dirty="0"/>
          </a:p>
          <a:p>
            <a:r>
              <a:rPr lang="en-US" dirty="0"/>
              <a:t>Libraries:</a:t>
            </a:r>
          </a:p>
          <a:p>
            <a:pPr marL="558800" indent="-285750">
              <a:buFont typeface="Arial" panose="020B0604020202020204" pitchFamily="34" charset="0"/>
              <a:buChar char="•"/>
            </a:pPr>
            <a:r>
              <a:rPr lang="en-US" dirty="0"/>
              <a:t>Pandas (Data Wrangling)</a:t>
            </a:r>
          </a:p>
          <a:p>
            <a:pPr marL="558800" indent="-285750">
              <a:buFont typeface="Arial" panose="020B0604020202020204" pitchFamily="34" charset="0"/>
              <a:buChar char="•"/>
            </a:pPr>
            <a:r>
              <a:rPr lang="en-US" dirty="0"/>
              <a:t>Matplotlib/Seaborn (Visualization)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10C6C66-77E6-2F80-D0B2-2F338865DF14}"/>
              </a:ext>
            </a:extLst>
          </p:cNvPr>
          <p:cNvGrpSpPr/>
          <p:nvPr/>
        </p:nvGrpSpPr>
        <p:grpSpPr>
          <a:xfrm>
            <a:off x="559061" y="4602480"/>
            <a:ext cx="3071365" cy="2703048"/>
            <a:chOff x="559061" y="4602480"/>
            <a:chExt cx="3071365" cy="2703048"/>
          </a:xfrm>
        </p:grpSpPr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0BA31333-FB27-6EC9-EBA2-7ADEA5BC2F78}"/>
                </a:ext>
              </a:extLst>
            </p:cNvPr>
            <p:cNvSpPr/>
            <p:nvPr/>
          </p:nvSpPr>
          <p:spPr>
            <a:xfrm>
              <a:off x="559061" y="7126211"/>
              <a:ext cx="3071365" cy="179317"/>
            </a:xfrm>
            <a:prstGeom prst="ellipse">
              <a:avLst/>
            </a:prstGeom>
            <a:solidFill>
              <a:srgbClr val="F5F5F5"/>
            </a:solidFill>
            <a:ln w="7906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16" name="Group 215">
              <a:extLst>
                <a:ext uri="{FF2B5EF4-FFF2-40B4-BE49-F238E27FC236}">
                  <a16:creationId xmlns:a16="http://schemas.microsoft.com/office/drawing/2014/main" id="{73C673F3-E4F8-932D-769E-7B29ACF8F1F4}"/>
                </a:ext>
              </a:extLst>
            </p:cNvPr>
            <p:cNvGrpSpPr/>
            <p:nvPr/>
          </p:nvGrpSpPr>
          <p:grpSpPr>
            <a:xfrm>
              <a:off x="919532" y="4602480"/>
              <a:ext cx="2595173" cy="2613388"/>
              <a:chOff x="919532" y="4872208"/>
              <a:chExt cx="2327325" cy="2343660"/>
            </a:xfrm>
          </p:grpSpPr>
          <p:grpSp>
            <p:nvGrpSpPr>
              <p:cNvPr id="94" name="Graphic 28">
                <a:extLst>
                  <a:ext uri="{FF2B5EF4-FFF2-40B4-BE49-F238E27FC236}">
                    <a16:creationId xmlns:a16="http://schemas.microsoft.com/office/drawing/2014/main" id="{A87B7CDA-F1D5-3187-716B-72E5DCEBC982}"/>
                  </a:ext>
                </a:extLst>
              </p:cNvPr>
              <p:cNvGrpSpPr/>
              <p:nvPr/>
            </p:nvGrpSpPr>
            <p:grpSpPr>
              <a:xfrm>
                <a:off x="919532" y="4872208"/>
                <a:ext cx="856733" cy="2329404"/>
                <a:chOff x="919532" y="4872208"/>
                <a:chExt cx="856733" cy="2329404"/>
              </a:xfrm>
            </p:grpSpPr>
            <p:sp>
              <p:nvSpPr>
                <p:cNvPr id="95" name="Freeform: Shape 94">
                  <a:extLst>
                    <a:ext uri="{FF2B5EF4-FFF2-40B4-BE49-F238E27FC236}">
                      <a16:creationId xmlns:a16="http://schemas.microsoft.com/office/drawing/2014/main" id="{4BFCB09F-1B54-CF68-4002-D83C2C4352C6}"/>
                    </a:ext>
                  </a:extLst>
                </p:cNvPr>
                <p:cNvSpPr/>
                <p:nvPr/>
              </p:nvSpPr>
              <p:spPr>
                <a:xfrm>
                  <a:off x="1291459" y="7005504"/>
                  <a:ext cx="61382" cy="136309"/>
                </a:xfrm>
                <a:custGeom>
                  <a:avLst/>
                  <a:gdLst>
                    <a:gd name="csX0" fmla="*/ 0 w 61382"/>
                    <a:gd name="csY0" fmla="*/ 136310 h 136309"/>
                    <a:gd name="csX1" fmla="*/ 58848 w 61382"/>
                    <a:gd name="csY1" fmla="*/ 136310 h 136309"/>
                    <a:gd name="csX2" fmla="*/ 61383 w 61382"/>
                    <a:gd name="csY2" fmla="*/ 0 h 136309"/>
                    <a:gd name="csX3" fmla="*/ 2534 w 61382"/>
                    <a:gd name="csY3" fmla="*/ 0 h 136309"/>
                    <a:gd name="csX4" fmla="*/ 0 w 61382"/>
                    <a:gd name="csY4" fmla="*/ 136310 h 13630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61382" h="136309">
                      <a:moveTo>
                        <a:pt x="0" y="136310"/>
                      </a:moveTo>
                      <a:lnTo>
                        <a:pt x="58848" y="136310"/>
                      </a:lnTo>
                      <a:lnTo>
                        <a:pt x="61383" y="0"/>
                      </a:lnTo>
                      <a:lnTo>
                        <a:pt x="2534" y="0"/>
                      </a:lnTo>
                      <a:lnTo>
                        <a:pt x="0" y="136310"/>
                      </a:lnTo>
                      <a:close/>
                    </a:path>
                  </a:pathLst>
                </a:custGeom>
                <a:solidFill>
                  <a:srgbClr val="B55B52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" name="Freeform: Shape 95">
                  <a:extLst>
                    <a:ext uri="{FF2B5EF4-FFF2-40B4-BE49-F238E27FC236}">
                      <a16:creationId xmlns:a16="http://schemas.microsoft.com/office/drawing/2014/main" id="{FABC1D7C-7A60-E10E-D6AD-EF998266B840}"/>
                    </a:ext>
                  </a:extLst>
                </p:cNvPr>
                <p:cNvSpPr/>
                <p:nvPr/>
              </p:nvSpPr>
              <p:spPr>
                <a:xfrm>
                  <a:off x="938210" y="7005504"/>
                  <a:ext cx="85064" cy="136309"/>
                </a:xfrm>
                <a:custGeom>
                  <a:avLst/>
                  <a:gdLst>
                    <a:gd name="csX0" fmla="*/ 0 w 85064"/>
                    <a:gd name="csY0" fmla="*/ 136310 h 136309"/>
                    <a:gd name="csX1" fmla="*/ 58848 w 85064"/>
                    <a:gd name="csY1" fmla="*/ 136310 h 136309"/>
                    <a:gd name="csX2" fmla="*/ 85065 w 85064"/>
                    <a:gd name="csY2" fmla="*/ 0 h 136309"/>
                    <a:gd name="csX3" fmla="*/ 26216 w 85064"/>
                    <a:gd name="csY3" fmla="*/ 0 h 136309"/>
                    <a:gd name="csX4" fmla="*/ 0 w 85064"/>
                    <a:gd name="csY4" fmla="*/ 136310 h 13630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85064" h="136309">
                      <a:moveTo>
                        <a:pt x="0" y="136310"/>
                      </a:moveTo>
                      <a:lnTo>
                        <a:pt x="58848" y="136310"/>
                      </a:lnTo>
                      <a:lnTo>
                        <a:pt x="85065" y="0"/>
                      </a:lnTo>
                      <a:lnTo>
                        <a:pt x="26216" y="0"/>
                      </a:lnTo>
                      <a:lnTo>
                        <a:pt x="0" y="136310"/>
                      </a:lnTo>
                      <a:close/>
                    </a:path>
                  </a:pathLst>
                </a:custGeom>
                <a:solidFill>
                  <a:srgbClr val="B55B52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7" name="Freeform: Shape 96">
                  <a:extLst>
                    <a:ext uri="{FF2B5EF4-FFF2-40B4-BE49-F238E27FC236}">
                      <a16:creationId xmlns:a16="http://schemas.microsoft.com/office/drawing/2014/main" id="{21587B86-F854-6DC1-5C3B-48004EE1BB64}"/>
                    </a:ext>
                  </a:extLst>
                </p:cNvPr>
                <p:cNvSpPr/>
                <p:nvPr/>
              </p:nvSpPr>
              <p:spPr>
                <a:xfrm>
                  <a:off x="919532" y="7134764"/>
                  <a:ext cx="174229" cy="66848"/>
                </a:xfrm>
                <a:custGeom>
                  <a:avLst/>
                  <a:gdLst>
                    <a:gd name="csX0" fmla="*/ 81487 w 174229"/>
                    <a:gd name="csY0" fmla="*/ 1 h 66848"/>
                    <a:gd name="csX1" fmla="*/ 15431 w 174229"/>
                    <a:gd name="csY1" fmla="*/ 1 h 66848"/>
                    <a:gd name="csX2" fmla="*/ 10520 w 174229"/>
                    <a:gd name="csY2" fmla="*/ 3961 h 66848"/>
                    <a:gd name="csX3" fmla="*/ 144 w 174229"/>
                    <a:gd name="csY3" fmla="*/ 56315 h 66848"/>
                    <a:gd name="csX4" fmla="*/ 7287 w 174229"/>
                    <a:gd name="csY4" fmla="*/ 66628 h 66848"/>
                    <a:gd name="csX5" fmla="*/ 9015 w 174229"/>
                    <a:gd name="csY5" fmla="*/ 66770 h 66848"/>
                    <a:gd name="csX6" fmla="*/ 72378 w 174229"/>
                    <a:gd name="csY6" fmla="*/ 65027 h 66848"/>
                    <a:gd name="csX7" fmla="*/ 151582 w 174229"/>
                    <a:gd name="csY7" fmla="*/ 66849 h 66848"/>
                    <a:gd name="csX8" fmla="*/ 168690 w 174229"/>
                    <a:gd name="csY8" fmla="*/ 40236 h 66848"/>
                    <a:gd name="csX9" fmla="*/ 90912 w 174229"/>
                    <a:gd name="csY9" fmla="*/ 3565 h 66848"/>
                    <a:gd name="csX10" fmla="*/ 81487 w 174229"/>
                    <a:gd name="csY10" fmla="*/ 1 h 6684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174229" h="66848">
                      <a:moveTo>
                        <a:pt x="81487" y="1"/>
                      </a:moveTo>
                      <a:lnTo>
                        <a:pt x="15431" y="1"/>
                      </a:lnTo>
                      <a:cubicBezTo>
                        <a:pt x="13050" y="-44"/>
                        <a:pt x="10980" y="1625"/>
                        <a:pt x="10520" y="3961"/>
                      </a:cubicBezTo>
                      <a:lnTo>
                        <a:pt x="144" y="56315"/>
                      </a:lnTo>
                      <a:cubicBezTo>
                        <a:pt x="-731" y="61135"/>
                        <a:pt x="2467" y="65753"/>
                        <a:pt x="7287" y="66628"/>
                      </a:cubicBezTo>
                      <a:cubicBezTo>
                        <a:pt x="7857" y="66731"/>
                        <a:pt x="8436" y="66779"/>
                        <a:pt x="9015" y="66770"/>
                      </a:cubicBezTo>
                      <a:cubicBezTo>
                        <a:pt x="32063" y="66770"/>
                        <a:pt x="43231" y="65027"/>
                        <a:pt x="72378" y="65027"/>
                      </a:cubicBezTo>
                      <a:cubicBezTo>
                        <a:pt x="90278" y="65027"/>
                        <a:pt x="127187" y="66849"/>
                        <a:pt x="151582" y="66849"/>
                      </a:cubicBezTo>
                      <a:cubicBezTo>
                        <a:pt x="175977" y="66849"/>
                        <a:pt x="178907" y="42454"/>
                        <a:pt x="168690" y="40236"/>
                      </a:cubicBezTo>
                      <a:cubicBezTo>
                        <a:pt x="123148" y="30336"/>
                        <a:pt x="105327" y="16475"/>
                        <a:pt x="90912" y="3565"/>
                      </a:cubicBezTo>
                      <a:cubicBezTo>
                        <a:pt x="88280" y="1318"/>
                        <a:pt x="84947" y="58"/>
                        <a:pt x="81487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" name="Freeform: Shape 97">
                  <a:extLst>
                    <a:ext uri="{FF2B5EF4-FFF2-40B4-BE49-F238E27FC236}">
                      <a16:creationId xmlns:a16="http://schemas.microsoft.com/office/drawing/2014/main" id="{54A1AA17-7B75-BF60-4B0A-2F2D4B58A76D}"/>
                    </a:ext>
                  </a:extLst>
                </p:cNvPr>
                <p:cNvSpPr/>
                <p:nvPr/>
              </p:nvSpPr>
              <p:spPr>
                <a:xfrm>
                  <a:off x="1270072" y="7134764"/>
                  <a:ext cx="197055" cy="66848"/>
                </a:xfrm>
                <a:custGeom>
                  <a:avLst/>
                  <a:gdLst>
                    <a:gd name="csX0" fmla="*/ 79681 w 197055"/>
                    <a:gd name="csY0" fmla="*/ 1 h 66848"/>
                    <a:gd name="csX1" fmla="*/ 15447 w 197055"/>
                    <a:gd name="csY1" fmla="*/ 1 h 66848"/>
                    <a:gd name="csX2" fmla="*/ 10536 w 197055"/>
                    <a:gd name="csY2" fmla="*/ 3961 h 66848"/>
                    <a:gd name="csX3" fmla="*/ 160 w 197055"/>
                    <a:gd name="csY3" fmla="*/ 56315 h 66848"/>
                    <a:gd name="csX4" fmla="*/ 7130 w 197055"/>
                    <a:gd name="csY4" fmla="*/ 66611 h 66848"/>
                    <a:gd name="csX5" fmla="*/ 8873 w 197055"/>
                    <a:gd name="csY5" fmla="*/ 66770 h 66848"/>
                    <a:gd name="csX6" fmla="*/ 94651 w 197055"/>
                    <a:gd name="csY6" fmla="*/ 65027 h 66848"/>
                    <a:gd name="csX7" fmla="*/ 172270 w 197055"/>
                    <a:gd name="csY7" fmla="*/ 66849 h 66848"/>
                    <a:gd name="csX8" fmla="*/ 192309 w 197055"/>
                    <a:gd name="csY8" fmla="*/ 40236 h 66848"/>
                    <a:gd name="csX9" fmla="*/ 93938 w 197055"/>
                    <a:gd name="csY9" fmla="*/ 4595 h 66848"/>
                    <a:gd name="csX10" fmla="*/ 79681 w 197055"/>
                    <a:gd name="csY10" fmla="*/ 1 h 6684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197055" h="66848">
                      <a:moveTo>
                        <a:pt x="79681" y="1"/>
                      </a:moveTo>
                      <a:lnTo>
                        <a:pt x="15447" y="1"/>
                      </a:lnTo>
                      <a:cubicBezTo>
                        <a:pt x="13066" y="-44"/>
                        <a:pt x="10997" y="1625"/>
                        <a:pt x="10536" y="3961"/>
                      </a:cubicBezTo>
                      <a:lnTo>
                        <a:pt x="160" y="56315"/>
                      </a:lnTo>
                      <a:cubicBezTo>
                        <a:pt x="-758" y="61082"/>
                        <a:pt x="2362" y="65692"/>
                        <a:pt x="7130" y="66611"/>
                      </a:cubicBezTo>
                      <a:cubicBezTo>
                        <a:pt x="7704" y="66722"/>
                        <a:pt x="8288" y="66775"/>
                        <a:pt x="8873" y="66770"/>
                      </a:cubicBezTo>
                      <a:cubicBezTo>
                        <a:pt x="32080" y="66770"/>
                        <a:pt x="65504" y="65027"/>
                        <a:pt x="94651" y="65027"/>
                      </a:cubicBezTo>
                      <a:cubicBezTo>
                        <a:pt x="128708" y="65027"/>
                        <a:pt x="132273" y="66849"/>
                        <a:pt x="172270" y="66849"/>
                      </a:cubicBezTo>
                      <a:cubicBezTo>
                        <a:pt x="196428" y="66849"/>
                        <a:pt x="202526" y="42454"/>
                        <a:pt x="192309" y="40236"/>
                      </a:cubicBezTo>
                      <a:cubicBezTo>
                        <a:pt x="146054" y="30178"/>
                        <a:pt x="134332" y="29069"/>
                        <a:pt x="93938" y="4595"/>
                      </a:cubicBezTo>
                      <a:cubicBezTo>
                        <a:pt x="89704" y="1769"/>
                        <a:pt x="84768" y="179"/>
                        <a:pt x="79681" y="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9" name="Freeform: Shape 98">
                  <a:extLst>
                    <a:ext uri="{FF2B5EF4-FFF2-40B4-BE49-F238E27FC236}">
                      <a16:creationId xmlns:a16="http://schemas.microsoft.com/office/drawing/2014/main" id="{ABB58F5A-29D6-7EFA-3DCD-22463A575E50}"/>
                    </a:ext>
                  </a:extLst>
                </p:cNvPr>
                <p:cNvSpPr/>
                <p:nvPr/>
              </p:nvSpPr>
              <p:spPr>
                <a:xfrm>
                  <a:off x="1334387" y="5254941"/>
                  <a:ext cx="319558" cy="345724"/>
                </a:xfrm>
                <a:custGeom>
                  <a:avLst/>
                  <a:gdLst>
                    <a:gd name="csX0" fmla="*/ 0 w 319558"/>
                    <a:gd name="csY0" fmla="*/ 25741 h 345724"/>
                    <a:gd name="csX1" fmla="*/ 80313 w 319558"/>
                    <a:gd name="csY1" fmla="*/ 0 h 345724"/>
                    <a:gd name="csX2" fmla="*/ 191198 w 319558"/>
                    <a:gd name="csY2" fmla="*/ 204108 h 345724"/>
                    <a:gd name="csX3" fmla="*/ 319350 w 319558"/>
                    <a:gd name="csY3" fmla="*/ 302955 h 345724"/>
                    <a:gd name="csX4" fmla="*/ 310083 w 319558"/>
                    <a:gd name="csY4" fmla="*/ 345725 h 345724"/>
                    <a:gd name="csX5" fmla="*/ 130211 w 319558"/>
                    <a:gd name="csY5" fmla="*/ 265491 h 345724"/>
                    <a:gd name="csX6" fmla="*/ 0 w 319558"/>
                    <a:gd name="csY6" fmla="*/ 25741 h 34572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</a:cxnLst>
                  <a:rect l="l" t="t" r="r" b="b"/>
                  <a:pathLst>
                    <a:path w="319558" h="345724">
                      <a:moveTo>
                        <a:pt x="0" y="25741"/>
                      </a:moveTo>
                      <a:lnTo>
                        <a:pt x="80313" y="0"/>
                      </a:lnTo>
                      <a:cubicBezTo>
                        <a:pt x="80313" y="0"/>
                        <a:pt x="163239" y="192148"/>
                        <a:pt x="191198" y="204108"/>
                      </a:cubicBezTo>
                      <a:cubicBezTo>
                        <a:pt x="229057" y="219949"/>
                        <a:pt x="281886" y="271669"/>
                        <a:pt x="319350" y="302955"/>
                      </a:cubicBezTo>
                      <a:cubicBezTo>
                        <a:pt x="320617" y="312855"/>
                        <a:pt x="315944" y="338913"/>
                        <a:pt x="310083" y="345725"/>
                      </a:cubicBezTo>
                      <a:cubicBezTo>
                        <a:pt x="242284" y="329884"/>
                        <a:pt x="157932" y="291074"/>
                        <a:pt x="130211" y="265491"/>
                      </a:cubicBezTo>
                      <a:cubicBezTo>
                        <a:pt x="67086" y="207118"/>
                        <a:pt x="0" y="25741"/>
                        <a:pt x="0" y="25741"/>
                      </a:cubicBezTo>
                      <a:close/>
                    </a:path>
                  </a:pathLst>
                </a:custGeom>
                <a:solidFill>
                  <a:srgbClr val="B55B52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0" name="Freeform: Shape 99">
                  <a:extLst>
                    <a:ext uri="{FF2B5EF4-FFF2-40B4-BE49-F238E27FC236}">
                      <a16:creationId xmlns:a16="http://schemas.microsoft.com/office/drawing/2014/main" id="{D06955E4-8F9B-672B-786B-DEE62B7EF8E2}"/>
                    </a:ext>
                  </a:extLst>
                </p:cNvPr>
                <p:cNvSpPr/>
                <p:nvPr/>
              </p:nvSpPr>
              <p:spPr>
                <a:xfrm>
                  <a:off x="1312083" y="5198080"/>
                  <a:ext cx="191721" cy="253365"/>
                </a:xfrm>
                <a:custGeom>
                  <a:avLst/>
                  <a:gdLst>
                    <a:gd name="csX0" fmla="*/ 3612 w 191721"/>
                    <a:gd name="csY0" fmla="*/ 38406 h 253365"/>
                    <a:gd name="csX1" fmla="*/ 71648 w 191721"/>
                    <a:gd name="csY1" fmla="*/ 253366 h 253365"/>
                    <a:gd name="csX2" fmla="*/ 191721 w 191721"/>
                    <a:gd name="csY2" fmla="*/ 197923 h 253365"/>
                    <a:gd name="csX3" fmla="*/ 132239 w 191721"/>
                    <a:gd name="csY3" fmla="*/ 54247 h 253365"/>
                    <a:gd name="csX4" fmla="*/ 3612 w 191721"/>
                    <a:gd name="csY4" fmla="*/ 38406 h 25336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91721" h="253365">
                      <a:moveTo>
                        <a:pt x="3612" y="38406"/>
                      </a:moveTo>
                      <a:cubicBezTo>
                        <a:pt x="-18961" y="89889"/>
                        <a:pt x="71648" y="253366"/>
                        <a:pt x="71648" y="253366"/>
                      </a:cubicBezTo>
                      <a:lnTo>
                        <a:pt x="191721" y="197923"/>
                      </a:lnTo>
                      <a:cubicBezTo>
                        <a:pt x="176936" y="148095"/>
                        <a:pt x="157002" y="99944"/>
                        <a:pt x="132239" y="54247"/>
                      </a:cubicBezTo>
                      <a:cubicBezTo>
                        <a:pt x="94459" y="-11730"/>
                        <a:pt x="28403" y="-18145"/>
                        <a:pt x="3612" y="38406"/>
                      </a:cubicBezTo>
                      <a:close/>
                    </a:path>
                  </a:pathLst>
                </a:custGeom>
                <a:solidFill>
                  <a:srgbClr val="FFEE40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1" name="Freeform: Shape 100">
                  <a:extLst>
                    <a:ext uri="{FF2B5EF4-FFF2-40B4-BE49-F238E27FC236}">
                      <a16:creationId xmlns:a16="http://schemas.microsoft.com/office/drawing/2014/main" id="{331BD4FF-B9EE-A403-5CF0-BA703844DD65}"/>
                    </a:ext>
                  </a:extLst>
                </p:cNvPr>
                <p:cNvSpPr/>
                <p:nvPr/>
              </p:nvSpPr>
              <p:spPr>
                <a:xfrm>
                  <a:off x="1322032" y="5310938"/>
                  <a:ext cx="130290" cy="140507"/>
                </a:xfrm>
                <a:custGeom>
                  <a:avLst/>
                  <a:gdLst>
                    <a:gd name="csX0" fmla="*/ 106608 w 130290"/>
                    <a:gd name="csY0" fmla="*/ 48314 h 140507"/>
                    <a:gd name="csX1" fmla="*/ 0 w 130290"/>
                    <a:gd name="csY1" fmla="*/ 0 h 140507"/>
                    <a:gd name="csX2" fmla="*/ 61779 w 130290"/>
                    <a:gd name="csY2" fmla="*/ 140508 h 140507"/>
                    <a:gd name="csX3" fmla="*/ 130290 w 130290"/>
                    <a:gd name="csY3" fmla="*/ 108826 h 140507"/>
                    <a:gd name="csX4" fmla="*/ 106608 w 130290"/>
                    <a:gd name="csY4" fmla="*/ 48314 h 14050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30290" h="140507">
                      <a:moveTo>
                        <a:pt x="106608" y="48314"/>
                      </a:moveTo>
                      <a:cubicBezTo>
                        <a:pt x="80392" y="12118"/>
                        <a:pt x="37859" y="1901"/>
                        <a:pt x="0" y="0"/>
                      </a:cubicBezTo>
                      <a:cubicBezTo>
                        <a:pt x="19643" y="64710"/>
                        <a:pt x="61779" y="140508"/>
                        <a:pt x="61779" y="140508"/>
                      </a:cubicBezTo>
                      <a:lnTo>
                        <a:pt x="130290" y="108826"/>
                      </a:lnTo>
                      <a:cubicBezTo>
                        <a:pt x="128002" y="86888"/>
                        <a:pt x="119818" y="65978"/>
                        <a:pt x="106608" y="48314"/>
                      </a:cubicBezTo>
                      <a:close/>
                    </a:path>
                  </a:pathLst>
                </a:custGeom>
                <a:solidFill>
                  <a:srgbClr val="000000">
                    <a:alpha val="20000"/>
                  </a:srgbClr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2" name="Freeform: Shape 101">
                  <a:extLst>
                    <a:ext uri="{FF2B5EF4-FFF2-40B4-BE49-F238E27FC236}">
                      <a16:creationId xmlns:a16="http://schemas.microsoft.com/office/drawing/2014/main" id="{60508AFB-B6DE-18DA-9578-0C83BB45D6B6}"/>
                    </a:ext>
                  </a:extLst>
                </p:cNvPr>
                <p:cNvSpPr/>
                <p:nvPr/>
              </p:nvSpPr>
              <p:spPr>
                <a:xfrm>
                  <a:off x="1630055" y="5552193"/>
                  <a:ext cx="85540" cy="85064"/>
                </a:xfrm>
                <a:custGeom>
                  <a:avLst/>
                  <a:gdLst>
                    <a:gd name="csX0" fmla="*/ 15603 w 85540"/>
                    <a:gd name="csY0" fmla="*/ 0 h 85064"/>
                    <a:gd name="csX1" fmla="*/ 85540 w 85540"/>
                    <a:gd name="csY1" fmla="*/ 11168 h 85064"/>
                    <a:gd name="csX2" fmla="*/ 67482 w 85540"/>
                    <a:gd name="csY2" fmla="*/ 85065 h 85064"/>
                    <a:gd name="csX3" fmla="*/ 0 w 85540"/>
                    <a:gd name="csY3" fmla="*/ 43087 h 8506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85540" h="85064">
                      <a:moveTo>
                        <a:pt x="15603" y="0"/>
                      </a:moveTo>
                      <a:lnTo>
                        <a:pt x="85540" y="11168"/>
                      </a:lnTo>
                      <a:lnTo>
                        <a:pt x="67482" y="85065"/>
                      </a:lnTo>
                      <a:cubicBezTo>
                        <a:pt x="42980" y="74594"/>
                        <a:pt x="20223" y="60437"/>
                        <a:pt x="0" y="43087"/>
                      </a:cubicBezTo>
                      <a:close/>
                    </a:path>
                  </a:pathLst>
                </a:custGeom>
                <a:solidFill>
                  <a:srgbClr val="B55B52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" name="Freeform: Shape 102">
                  <a:extLst>
                    <a:ext uri="{FF2B5EF4-FFF2-40B4-BE49-F238E27FC236}">
                      <a16:creationId xmlns:a16="http://schemas.microsoft.com/office/drawing/2014/main" id="{3DCAE583-CE34-1434-2258-B82F41AA119E}"/>
                    </a:ext>
                  </a:extLst>
                </p:cNvPr>
                <p:cNvSpPr/>
                <p:nvPr/>
              </p:nvSpPr>
              <p:spPr>
                <a:xfrm>
                  <a:off x="1697537" y="5563361"/>
                  <a:ext cx="78728" cy="73897"/>
                </a:xfrm>
                <a:custGeom>
                  <a:avLst/>
                  <a:gdLst>
                    <a:gd name="csX0" fmla="*/ 78728 w 78728"/>
                    <a:gd name="csY0" fmla="*/ 31285 h 73897"/>
                    <a:gd name="csX1" fmla="*/ 53146 w 78728"/>
                    <a:gd name="csY1" fmla="*/ 71996 h 73897"/>
                    <a:gd name="csX2" fmla="*/ 0 w 78728"/>
                    <a:gd name="csY2" fmla="*/ 73897 h 73897"/>
                    <a:gd name="csX3" fmla="*/ 18058 w 78728"/>
                    <a:gd name="csY3" fmla="*/ 0 h 73897"/>
                    <a:gd name="csX4" fmla="*/ 78728 w 78728"/>
                    <a:gd name="csY4" fmla="*/ 31285 h 7389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78728" h="73897">
                      <a:moveTo>
                        <a:pt x="78728" y="31285"/>
                      </a:moveTo>
                      <a:lnTo>
                        <a:pt x="53146" y="71996"/>
                      </a:lnTo>
                      <a:lnTo>
                        <a:pt x="0" y="73897"/>
                      </a:lnTo>
                      <a:lnTo>
                        <a:pt x="18058" y="0"/>
                      </a:lnTo>
                      <a:lnTo>
                        <a:pt x="78728" y="31285"/>
                      </a:lnTo>
                      <a:close/>
                    </a:path>
                  </a:pathLst>
                </a:custGeom>
                <a:solidFill>
                  <a:srgbClr val="B55B52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" name="Freeform: Shape 103">
                  <a:extLst>
                    <a:ext uri="{FF2B5EF4-FFF2-40B4-BE49-F238E27FC236}">
                      <a16:creationId xmlns:a16="http://schemas.microsoft.com/office/drawing/2014/main" id="{5A7EA7D6-CE76-5863-0B22-F164C1FEBE47}"/>
                    </a:ext>
                  </a:extLst>
                </p:cNvPr>
                <p:cNvSpPr/>
                <p:nvPr/>
              </p:nvSpPr>
              <p:spPr>
                <a:xfrm>
                  <a:off x="1292647" y="7005583"/>
                  <a:ext cx="60194" cy="70253"/>
                </a:xfrm>
                <a:custGeom>
                  <a:avLst/>
                  <a:gdLst>
                    <a:gd name="csX0" fmla="*/ 60195 w 60194"/>
                    <a:gd name="csY0" fmla="*/ 0 h 70253"/>
                    <a:gd name="csX1" fmla="*/ 58849 w 60194"/>
                    <a:gd name="csY1" fmla="*/ 70254 h 70253"/>
                    <a:gd name="csX2" fmla="*/ 0 w 60194"/>
                    <a:gd name="csY2" fmla="*/ 70254 h 70253"/>
                    <a:gd name="csX3" fmla="*/ 1346 w 60194"/>
                    <a:gd name="csY3" fmla="*/ 0 h 70253"/>
                    <a:gd name="csX4" fmla="*/ 60195 w 60194"/>
                    <a:gd name="csY4" fmla="*/ 0 h 7025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60194" h="70253">
                      <a:moveTo>
                        <a:pt x="60195" y="0"/>
                      </a:moveTo>
                      <a:lnTo>
                        <a:pt x="58849" y="70254"/>
                      </a:lnTo>
                      <a:lnTo>
                        <a:pt x="0" y="70254"/>
                      </a:lnTo>
                      <a:lnTo>
                        <a:pt x="1346" y="0"/>
                      </a:lnTo>
                      <a:lnTo>
                        <a:pt x="60195" y="0"/>
                      </a:lnTo>
                      <a:close/>
                    </a:path>
                  </a:pathLst>
                </a:custGeom>
                <a:solidFill>
                  <a:srgbClr val="000000">
                    <a:alpha val="20000"/>
                  </a:srgbClr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" name="Freeform: Shape 104">
                  <a:extLst>
                    <a:ext uri="{FF2B5EF4-FFF2-40B4-BE49-F238E27FC236}">
                      <a16:creationId xmlns:a16="http://schemas.microsoft.com/office/drawing/2014/main" id="{BD4F6047-C66B-7A53-AA76-47D9282099C8}"/>
                    </a:ext>
                  </a:extLst>
                </p:cNvPr>
                <p:cNvSpPr/>
                <p:nvPr/>
              </p:nvSpPr>
              <p:spPr>
                <a:xfrm>
                  <a:off x="950803" y="7005583"/>
                  <a:ext cx="72471" cy="70253"/>
                </a:xfrm>
                <a:custGeom>
                  <a:avLst/>
                  <a:gdLst>
                    <a:gd name="csX0" fmla="*/ 13544 w 72471"/>
                    <a:gd name="csY0" fmla="*/ 0 h 70253"/>
                    <a:gd name="csX1" fmla="*/ 72472 w 72471"/>
                    <a:gd name="csY1" fmla="*/ 0 h 70253"/>
                    <a:gd name="csX2" fmla="*/ 58928 w 72471"/>
                    <a:gd name="csY2" fmla="*/ 70254 h 70253"/>
                    <a:gd name="csX3" fmla="*/ 0 w 72471"/>
                    <a:gd name="csY3" fmla="*/ 70254 h 70253"/>
                    <a:gd name="csX4" fmla="*/ 13544 w 72471"/>
                    <a:gd name="csY4" fmla="*/ 0 h 7025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72471" h="70253">
                      <a:moveTo>
                        <a:pt x="13544" y="0"/>
                      </a:moveTo>
                      <a:lnTo>
                        <a:pt x="72472" y="0"/>
                      </a:lnTo>
                      <a:lnTo>
                        <a:pt x="58928" y="70254"/>
                      </a:lnTo>
                      <a:lnTo>
                        <a:pt x="0" y="70254"/>
                      </a:lnTo>
                      <a:lnTo>
                        <a:pt x="13544" y="0"/>
                      </a:lnTo>
                      <a:close/>
                    </a:path>
                  </a:pathLst>
                </a:custGeom>
                <a:solidFill>
                  <a:srgbClr val="000000">
                    <a:alpha val="20000"/>
                  </a:srgbClr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" name="Freeform: Shape 105">
                  <a:extLst>
                    <a:ext uri="{FF2B5EF4-FFF2-40B4-BE49-F238E27FC236}">
                      <a16:creationId xmlns:a16="http://schemas.microsoft.com/office/drawing/2014/main" id="{5A7C8204-9DFA-2A20-06BE-77410E492A93}"/>
                    </a:ext>
                  </a:extLst>
                </p:cNvPr>
                <p:cNvSpPr/>
                <p:nvPr/>
              </p:nvSpPr>
              <p:spPr>
                <a:xfrm>
                  <a:off x="1062877" y="5184815"/>
                  <a:ext cx="363994" cy="551368"/>
                </a:xfrm>
                <a:custGeom>
                  <a:avLst/>
                  <a:gdLst>
                    <a:gd name="csX0" fmla="*/ 329726 w 363994"/>
                    <a:gd name="csY0" fmla="*/ 18248 h 551368"/>
                    <a:gd name="csX1" fmla="*/ 345566 w 363994"/>
                    <a:gd name="csY1" fmla="*/ 551369 h 551368"/>
                    <a:gd name="csX2" fmla="*/ 30890 w 363994"/>
                    <a:gd name="csY2" fmla="*/ 551369 h 551368"/>
                    <a:gd name="csX3" fmla="*/ 0 w 363994"/>
                    <a:gd name="csY3" fmla="*/ 15238 h 551368"/>
                    <a:gd name="csX4" fmla="*/ 105183 w 363994"/>
                    <a:gd name="csY4" fmla="*/ 1932 h 551368"/>
                    <a:gd name="csX5" fmla="*/ 238958 w 363994"/>
                    <a:gd name="csY5" fmla="*/ 1932 h 551368"/>
                    <a:gd name="csX6" fmla="*/ 329726 w 363994"/>
                    <a:gd name="csY6" fmla="*/ 18248 h 55136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</a:cxnLst>
                  <a:rect l="l" t="t" r="r" b="b"/>
                  <a:pathLst>
                    <a:path w="363994" h="551368">
                      <a:moveTo>
                        <a:pt x="329726" y="18248"/>
                      </a:moveTo>
                      <a:cubicBezTo>
                        <a:pt x="329726" y="18248"/>
                        <a:pt x="394831" y="202793"/>
                        <a:pt x="345566" y="551369"/>
                      </a:cubicBezTo>
                      <a:lnTo>
                        <a:pt x="30890" y="551369"/>
                      </a:lnTo>
                      <a:cubicBezTo>
                        <a:pt x="27563" y="503055"/>
                        <a:pt x="52116" y="242870"/>
                        <a:pt x="0" y="15238"/>
                      </a:cubicBezTo>
                      <a:cubicBezTo>
                        <a:pt x="34731" y="8500"/>
                        <a:pt x="69868" y="4055"/>
                        <a:pt x="105183" y="1932"/>
                      </a:cubicBezTo>
                      <a:cubicBezTo>
                        <a:pt x="149737" y="-644"/>
                        <a:pt x="194403" y="-644"/>
                        <a:pt x="238958" y="1932"/>
                      </a:cubicBezTo>
                      <a:cubicBezTo>
                        <a:pt x="269586" y="5046"/>
                        <a:pt x="299930" y="10501"/>
                        <a:pt x="329726" y="18248"/>
                      </a:cubicBezTo>
                      <a:close/>
                    </a:path>
                  </a:pathLst>
                </a:custGeom>
                <a:solidFill>
                  <a:srgbClr val="FFEE40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" name="Freeform: Shape 106">
                  <a:extLst>
                    <a:ext uri="{FF2B5EF4-FFF2-40B4-BE49-F238E27FC236}">
                      <a16:creationId xmlns:a16="http://schemas.microsoft.com/office/drawing/2014/main" id="{C741588D-9AF3-67B4-7C55-2F41AEA21638}"/>
                    </a:ext>
                  </a:extLst>
                </p:cNvPr>
                <p:cNvSpPr/>
                <p:nvPr/>
              </p:nvSpPr>
              <p:spPr>
                <a:xfrm>
                  <a:off x="1157842" y="5362896"/>
                  <a:ext cx="92985" cy="57264"/>
                </a:xfrm>
                <a:custGeom>
                  <a:avLst/>
                  <a:gdLst>
                    <a:gd name="csX0" fmla="*/ 92985 w 92985"/>
                    <a:gd name="csY0" fmla="*/ 57264 h 57264"/>
                    <a:gd name="csX1" fmla="*/ 2059 w 92985"/>
                    <a:gd name="csY1" fmla="*/ 57264 h 57264"/>
                    <a:gd name="csX2" fmla="*/ 0 w 92985"/>
                    <a:gd name="csY2" fmla="*/ 0 h 57264"/>
                    <a:gd name="csX3" fmla="*/ 90926 w 92985"/>
                    <a:gd name="csY3" fmla="*/ 0 h 57264"/>
                    <a:gd name="csX4" fmla="*/ 92985 w 92985"/>
                    <a:gd name="csY4" fmla="*/ 57264 h 5726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92985" h="57264">
                      <a:moveTo>
                        <a:pt x="92985" y="57264"/>
                      </a:moveTo>
                      <a:lnTo>
                        <a:pt x="2059" y="57264"/>
                      </a:lnTo>
                      <a:lnTo>
                        <a:pt x="0" y="0"/>
                      </a:lnTo>
                      <a:lnTo>
                        <a:pt x="90926" y="0"/>
                      </a:lnTo>
                      <a:lnTo>
                        <a:pt x="92985" y="57264"/>
                      </a:lnTo>
                      <a:close/>
                    </a:path>
                  </a:pathLst>
                </a:custGeom>
                <a:solidFill>
                  <a:srgbClr val="000000">
                    <a:alpha val="20000"/>
                  </a:srgbClr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8" name="Freeform: Shape 107">
                  <a:extLst>
                    <a:ext uri="{FF2B5EF4-FFF2-40B4-BE49-F238E27FC236}">
                      <a16:creationId xmlns:a16="http://schemas.microsoft.com/office/drawing/2014/main" id="{E45AF0F0-90EB-A10F-9D5C-0C0E32448D47}"/>
                    </a:ext>
                  </a:extLst>
                </p:cNvPr>
                <p:cNvSpPr/>
                <p:nvPr/>
              </p:nvSpPr>
              <p:spPr>
                <a:xfrm>
                  <a:off x="1157842" y="5362896"/>
                  <a:ext cx="95123" cy="54967"/>
                </a:xfrm>
                <a:custGeom>
                  <a:avLst/>
                  <a:gdLst>
                    <a:gd name="csX0" fmla="*/ 95124 w 95123"/>
                    <a:gd name="csY0" fmla="*/ 54967 h 54967"/>
                    <a:gd name="csX1" fmla="*/ 4198 w 95123"/>
                    <a:gd name="csY1" fmla="*/ 54967 h 54967"/>
                    <a:gd name="csX2" fmla="*/ 0 w 95123"/>
                    <a:gd name="csY2" fmla="*/ 0 h 54967"/>
                    <a:gd name="csX3" fmla="*/ 90926 w 95123"/>
                    <a:gd name="csY3" fmla="*/ 0 h 54967"/>
                    <a:gd name="csX4" fmla="*/ 95124 w 95123"/>
                    <a:gd name="csY4" fmla="*/ 54967 h 5496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95123" h="54967">
                      <a:moveTo>
                        <a:pt x="95124" y="54967"/>
                      </a:moveTo>
                      <a:lnTo>
                        <a:pt x="4198" y="54967"/>
                      </a:lnTo>
                      <a:lnTo>
                        <a:pt x="0" y="0"/>
                      </a:lnTo>
                      <a:lnTo>
                        <a:pt x="90926" y="0"/>
                      </a:lnTo>
                      <a:lnTo>
                        <a:pt x="95124" y="5496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9" name="Freeform: Shape 108">
                  <a:extLst>
                    <a:ext uri="{FF2B5EF4-FFF2-40B4-BE49-F238E27FC236}">
                      <a16:creationId xmlns:a16="http://schemas.microsoft.com/office/drawing/2014/main" id="{0943AD81-B90A-CF27-472E-8A2EEB6C5B41}"/>
                    </a:ext>
                  </a:extLst>
                </p:cNvPr>
                <p:cNvSpPr/>
                <p:nvPr/>
              </p:nvSpPr>
              <p:spPr>
                <a:xfrm>
                  <a:off x="1166317" y="5372004"/>
                  <a:ext cx="26770" cy="24869"/>
                </a:xfrm>
                <a:custGeom>
                  <a:avLst/>
                  <a:gdLst>
                    <a:gd name="csX0" fmla="*/ 26771 w 26770"/>
                    <a:gd name="csY0" fmla="*/ 24870 h 24869"/>
                    <a:gd name="csX1" fmla="*/ 1980 w 26770"/>
                    <a:gd name="csY1" fmla="*/ 24870 h 24869"/>
                    <a:gd name="csX2" fmla="*/ 0 w 26770"/>
                    <a:gd name="csY2" fmla="*/ 0 h 24869"/>
                    <a:gd name="csX3" fmla="*/ 24870 w 26770"/>
                    <a:gd name="csY3" fmla="*/ 0 h 24869"/>
                    <a:gd name="csX4" fmla="*/ 26771 w 26770"/>
                    <a:gd name="csY4" fmla="*/ 24870 h 2486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26770" h="24869">
                      <a:moveTo>
                        <a:pt x="26771" y="24870"/>
                      </a:moveTo>
                      <a:lnTo>
                        <a:pt x="1980" y="24870"/>
                      </a:lnTo>
                      <a:lnTo>
                        <a:pt x="0" y="0"/>
                      </a:lnTo>
                      <a:lnTo>
                        <a:pt x="24870" y="0"/>
                      </a:lnTo>
                      <a:lnTo>
                        <a:pt x="26771" y="24870"/>
                      </a:lnTo>
                      <a:close/>
                    </a:path>
                  </a:pathLst>
                </a:custGeom>
                <a:solidFill>
                  <a:srgbClr val="FFEE40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0" name="Freeform: Shape 109">
                  <a:extLst>
                    <a:ext uri="{FF2B5EF4-FFF2-40B4-BE49-F238E27FC236}">
                      <a16:creationId xmlns:a16="http://schemas.microsoft.com/office/drawing/2014/main" id="{1D194368-AD4F-9689-C147-7B96F35D9996}"/>
                    </a:ext>
                  </a:extLst>
                </p:cNvPr>
                <p:cNvSpPr/>
                <p:nvPr/>
              </p:nvSpPr>
              <p:spPr>
                <a:xfrm>
                  <a:off x="1198553" y="5379133"/>
                  <a:ext cx="45066" cy="4910"/>
                </a:xfrm>
                <a:custGeom>
                  <a:avLst/>
                  <a:gdLst>
                    <a:gd name="csX0" fmla="*/ 45067 w 45066"/>
                    <a:gd name="csY0" fmla="*/ 4911 h 4910"/>
                    <a:gd name="csX1" fmla="*/ 396 w 45066"/>
                    <a:gd name="csY1" fmla="*/ 4911 h 4910"/>
                    <a:gd name="csX2" fmla="*/ 0 w 45066"/>
                    <a:gd name="csY2" fmla="*/ 0 h 4910"/>
                    <a:gd name="csX3" fmla="*/ 44671 w 45066"/>
                    <a:gd name="csY3" fmla="*/ 0 h 4910"/>
                    <a:gd name="csX4" fmla="*/ 45067 w 45066"/>
                    <a:gd name="csY4" fmla="*/ 4911 h 491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45066" h="4910">
                      <a:moveTo>
                        <a:pt x="45067" y="4911"/>
                      </a:moveTo>
                      <a:lnTo>
                        <a:pt x="396" y="4911"/>
                      </a:lnTo>
                      <a:lnTo>
                        <a:pt x="0" y="0"/>
                      </a:lnTo>
                      <a:lnTo>
                        <a:pt x="44671" y="0"/>
                      </a:lnTo>
                      <a:lnTo>
                        <a:pt x="45067" y="4911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6" name="Freeform: Shape 115">
                  <a:extLst>
                    <a:ext uri="{FF2B5EF4-FFF2-40B4-BE49-F238E27FC236}">
                      <a16:creationId xmlns:a16="http://schemas.microsoft.com/office/drawing/2014/main" id="{3B8B59DB-9690-7CFE-8C3D-EBBF00A4E07E}"/>
                    </a:ext>
                  </a:extLst>
                </p:cNvPr>
                <p:cNvSpPr/>
                <p:nvPr/>
              </p:nvSpPr>
              <p:spPr>
                <a:xfrm>
                  <a:off x="1199345" y="5388716"/>
                  <a:ext cx="35641" cy="4989"/>
                </a:xfrm>
                <a:custGeom>
                  <a:avLst/>
                  <a:gdLst>
                    <a:gd name="csX0" fmla="*/ 35642 w 35641"/>
                    <a:gd name="csY0" fmla="*/ 4990 h 4989"/>
                    <a:gd name="csX1" fmla="*/ 396 w 35641"/>
                    <a:gd name="csY1" fmla="*/ 4990 h 4989"/>
                    <a:gd name="csX2" fmla="*/ 0 w 35641"/>
                    <a:gd name="csY2" fmla="*/ 0 h 4989"/>
                    <a:gd name="csX3" fmla="*/ 35246 w 35641"/>
                    <a:gd name="csY3" fmla="*/ 0 h 4989"/>
                    <a:gd name="csX4" fmla="*/ 35642 w 35641"/>
                    <a:gd name="csY4" fmla="*/ 4990 h 498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35641" h="4989">
                      <a:moveTo>
                        <a:pt x="35642" y="4990"/>
                      </a:moveTo>
                      <a:lnTo>
                        <a:pt x="396" y="4990"/>
                      </a:lnTo>
                      <a:lnTo>
                        <a:pt x="0" y="0"/>
                      </a:lnTo>
                      <a:lnTo>
                        <a:pt x="35246" y="0"/>
                      </a:lnTo>
                      <a:lnTo>
                        <a:pt x="35642" y="499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7" name="Freeform: Shape 116">
                  <a:extLst>
                    <a:ext uri="{FF2B5EF4-FFF2-40B4-BE49-F238E27FC236}">
                      <a16:creationId xmlns:a16="http://schemas.microsoft.com/office/drawing/2014/main" id="{B1D87DE9-D3E3-1A57-B188-7A65A684C654}"/>
                    </a:ext>
                  </a:extLst>
                </p:cNvPr>
                <p:cNvSpPr/>
                <p:nvPr/>
              </p:nvSpPr>
              <p:spPr>
                <a:xfrm>
                  <a:off x="1168772" y="5402894"/>
                  <a:ext cx="25186" cy="4989"/>
                </a:xfrm>
                <a:custGeom>
                  <a:avLst/>
                  <a:gdLst>
                    <a:gd name="csX0" fmla="*/ 25187 w 25186"/>
                    <a:gd name="csY0" fmla="*/ 4990 h 4989"/>
                    <a:gd name="csX1" fmla="*/ 317 w 25186"/>
                    <a:gd name="csY1" fmla="*/ 4990 h 4989"/>
                    <a:gd name="csX2" fmla="*/ 0 w 25186"/>
                    <a:gd name="csY2" fmla="*/ 0 h 4989"/>
                    <a:gd name="csX3" fmla="*/ 24791 w 25186"/>
                    <a:gd name="csY3" fmla="*/ 0 h 4989"/>
                    <a:gd name="csX4" fmla="*/ 25187 w 25186"/>
                    <a:gd name="csY4" fmla="*/ 4990 h 498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25186" h="4989">
                      <a:moveTo>
                        <a:pt x="25187" y="4990"/>
                      </a:moveTo>
                      <a:lnTo>
                        <a:pt x="317" y="4990"/>
                      </a:lnTo>
                      <a:lnTo>
                        <a:pt x="0" y="0"/>
                      </a:lnTo>
                      <a:lnTo>
                        <a:pt x="24791" y="0"/>
                      </a:lnTo>
                      <a:lnTo>
                        <a:pt x="25187" y="499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8" name="Freeform: Shape 117">
                  <a:extLst>
                    <a:ext uri="{FF2B5EF4-FFF2-40B4-BE49-F238E27FC236}">
                      <a16:creationId xmlns:a16="http://schemas.microsoft.com/office/drawing/2014/main" id="{F99A81B1-2D70-5AC0-CF96-CE0B4043AED6}"/>
                    </a:ext>
                  </a:extLst>
                </p:cNvPr>
                <p:cNvSpPr/>
                <p:nvPr/>
              </p:nvSpPr>
              <p:spPr>
                <a:xfrm>
                  <a:off x="1200454" y="5402894"/>
                  <a:ext cx="44987" cy="4989"/>
                </a:xfrm>
                <a:custGeom>
                  <a:avLst/>
                  <a:gdLst>
                    <a:gd name="csX0" fmla="*/ 317 w 44987"/>
                    <a:gd name="csY0" fmla="*/ 4990 h 4989"/>
                    <a:gd name="csX1" fmla="*/ 44988 w 44987"/>
                    <a:gd name="csY1" fmla="*/ 4990 h 4989"/>
                    <a:gd name="csX2" fmla="*/ 44592 w 44987"/>
                    <a:gd name="csY2" fmla="*/ 0 h 4989"/>
                    <a:gd name="csX3" fmla="*/ 0 w 44987"/>
                    <a:gd name="csY3" fmla="*/ 0 h 4989"/>
                    <a:gd name="csX4" fmla="*/ 317 w 44987"/>
                    <a:gd name="csY4" fmla="*/ 4990 h 498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44987" h="4989">
                      <a:moveTo>
                        <a:pt x="317" y="4990"/>
                      </a:moveTo>
                      <a:lnTo>
                        <a:pt x="44988" y="4990"/>
                      </a:lnTo>
                      <a:lnTo>
                        <a:pt x="44592" y="0"/>
                      </a:lnTo>
                      <a:lnTo>
                        <a:pt x="0" y="0"/>
                      </a:lnTo>
                      <a:lnTo>
                        <a:pt x="317" y="499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9" name="Freeform: Shape 118">
                  <a:extLst>
                    <a:ext uri="{FF2B5EF4-FFF2-40B4-BE49-F238E27FC236}">
                      <a16:creationId xmlns:a16="http://schemas.microsoft.com/office/drawing/2014/main" id="{9B804E81-A2A7-E1DC-EB80-20B0D5AC0CBD}"/>
                    </a:ext>
                  </a:extLst>
                </p:cNvPr>
                <p:cNvSpPr/>
                <p:nvPr/>
              </p:nvSpPr>
              <p:spPr>
                <a:xfrm>
                  <a:off x="1198145" y="5352599"/>
                  <a:ext cx="10492" cy="20515"/>
                </a:xfrm>
                <a:custGeom>
                  <a:avLst/>
                  <a:gdLst>
                    <a:gd name="csX0" fmla="*/ 6031 w 10492"/>
                    <a:gd name="csY0" fmla="*/ 20514 h 20515"/>
                    <a:gd name="csX1" fmla="*/ 6031 w 10492"/>
                    <a:gd name="csY1" fmla="*/ 20514 h 20515"/>
                    <a:gd name="csX2" fmla="*/ 883 w 10492"/>
                    <a:gd name="csY2" fmla="*/ 15682 h 20515"/>
                    <a:gd name="csX3" fmla="*/ 11 w 10492"/>
                    <a:gd name="csY3" fmla="*/ 4831 h 20515"/>
                    <a:gd name="csX4" fmla="*/ 4197 w 10492"/>
                    <a:gd name="csY4" fmla="*/ 11 h 20515"/>
                    <a:gd name="csX5" fmla="*/ 4447 w 10492"/>
                    <a:gd name="csY5" fmla="*/ 0 h 20515"/>
                    <a:gd name="csX6" fmla="*/ 4447 w 10492"/>
                    <a:gd name="csY6" fmla="*/ 0 h 20515"/>
                    <a:gd name="csX7" fmla="*/ 9595 w 10492"/>
                    <a:gd name="csY7" fmla="*/ 4831 h 20515"/>
                    <a:gd name="csX8" fmla="*/ 10466 w 10492"/>
                    <a:gd name="csY8" fmla="*/ 15682 h 20515"/>
                    <a:gd name="csX9" fmla="*/ 6613 w 10492"/>
                    <a:gd name="csY9" fmla="*/ 20489 h 20515"/>
                    <a:gd name="csX10" fmla="*/ 6031 w 10492"/>
                    <a:gd name="csY10" fmla="*/ 20514 h 2051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10492" h="20515">
                      <a:moveTo>
                        <a:pt x="6031" y="20514"/>
                      </a:moveTo>
                      <a:lnTo>
                        <a:pt x="6031" y="20514"/>
                      </a:lnTo>
                      <a:cubicBezTo>
                        <a:pt x="3322" y="20481"/>
                        <a:pt x="1088" y="18383"/>
                        <a:pt x="883" y="15682"/>
                      </a:cubicBezTo>
                      <a:lnTo>
                        <a:pt x="11" y="4831"/>
                      </a:lnTo>
                      <a:cubicBezTo>
                        <a:pt x="-164" y="2344"/>
                        <a:pt x="1710" y="186"/>
                        <a:pt x="4197" y="11"/>
                      </a:cubicBezTo>
                      <a:cubicBezTo>
                        <a:pt x="4280" y="5"/>
                        <a:pt x="4363" y="1"/>
                        <a:pt x="4447" y="0"/>
                      </a:cubicBezTo>
                      <a:lnTo>
                        <a:pt x="4447" y="0"/>
                      </a:lnTo>
                      <a:cubicBezTo>
                        <a:pt x="7155" y="33"/>
                        <a:pt x="9390" y="2130"/>
                        <a:pt x="9595" y="4831"/>
                      </a:cubicBezTo>
                      <a:lnTo>
                        <a:pt x="10466" y="15682"/>
                      </a:lnTo>
                      <a:cubicBezTo>
                        <a:pt x="10729" y="18074"/>
                        <a:pt x="9004" y="20226"/>
                        <a:pt x="6613" y="20489"/>
                      </a:cubicBezTo>
                      <a:cubicBezTo>
                        <a:pt x="6419" y="20510"/>
                        <a:pt x="6225" y="20518"/>
                        <a:pt x="6031" y="20514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0" name="Freeform: Shape 119">
                  <a:extLst>
                    <a:ext uri="{FF2B5EF4-FFF2-40B4-BE49-F238E27FC236}">
                      <a16:creationId xmlns:a16="http://schemas.microsoft.com/office/drawing/2014/main" id="{4F67545C-0E79-929D-91E9-B28379F5B664}"/>
                    </a:ext>
                  </a:extLst>
                </p:cNvPr>
                <p:cNvSpPr/>
                <p:nvPr/>
              </p:nvSpPr>
              <p:spPr>
                <a:xfrm>
                  <a:off x="1067787" y="5221592"/>
                  <a:ext cx="66549" cy="265336"/>
                </a:xfrm>
                <a:custGeom>
                  <a:avLst/>
                  <a:gdLst>
                    <a:gd name="csX0" fmla="*/ 64789 w 66549"/>
                    <a:gd name="csY0" fmla="*/ 34695 h 265336"/>
                    <a:gd name="csX1" fmla="*/ 28197 w 66549"/>
                    <a:gd name="csY1" fmla="*/ 265337 h 265336"/>
                    <a:gd name="csX2" fmla="*/ 0 w 66549"/>
                    <a:gd name="csY2" fmla="*/ 1113 h 265336"/>
                    <a:gd name="csX3" fmla="*/ 0 w 66549"/>
                    <a:gd name="csY3" fmla="*/ 638 h 265336"/>
                    <a:gd name="csX4" fmla="*/ 64789 w 66549"/>
                    <a:gd name="csY4" fmla="*/ 34695 h 26533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66549" h="265336">
                      <a:moveTo>
                        <a:pt x="64789" y="34695"/>
                      </a:moveTo>
                      <a:cubicBezTo>
                        <a:pt x="70967" y="72159"/>
                        <a:pt x="61383" y="161421"/>
                        <a:pt x="28197" y="265337"/>
                      </a:cubicBezTo>
                      <a:cubicBezTo>
                        <a:pt x="26591" y="176604"/>
                        <a:pt x="17156" y="88186"/>
                        <a:pt x="0" y="1113"/>
                      </a:cubicBezTo>
                      <a:lnTo>
                        <a:pt x="0" y="638"/>
                      </a:lnTo>
                      <a:cubicBezTo>
                        <a:pt x="21068" y="-1422"/>
                        <a:pt x="58928" y="-471"/>
                        <a:pt x="64789" y="34695"/>
                      </a:cubicBezTo>
                      <a:close/>
                    </a:path>
                  </a:pathLst>
                </a:custGeom>
                <a:solidFill>
                  <a:srgbClr val="000000">
                    <a:alpha val="20000"/>
                  </a:srgbClr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1" name="Freeform: Shape 120">
                  <a:extLst>
                    <a:ext uri="{FF2B5EF4-FFF2-40B4-BE49-F238E27FC236}">
                      <a16:creationId xmlns:a16="http://schemas.microsoft.com/office/drawing/2014/main" id="{5F4B2C40-CF42-88D2-D478-E2DB4631C9EF}"/>
                    </a:ext>
                  </a:extLst>
                </p:cNvPr>
                <p:cNvSpPr/>
                <p:nvPr/>
              </p:nvSpPr>
              <p:spPr>
                <a:xfrm>
                  <a:off x="1167901" y="5061605"/>
                  <a:ext cx="143464" cy="168783"/>
                </a:xfrm>
                <a:custGeom>
                  <a:avLst/>
                  <a:gdLst>
                    <a:gd name="csX0" fmla="*/ 14415 w 143464"/>
                    <a:gd name="csY0" fmla="*/ 0 h 168783"/>
                    <a:gd name="csX1" fmla="*/ 0 w 143464"/>
                    <a:gd name="csY1" fmla="*/ 125142 h 168783"/>
                    <a:gd name="csX2" fmla="*/ 98371 w 143464"/>
                    <a:gd name="csY2" fmla="*/ 168783 h 168783"/>
                    <a:gd name="csX3" fmla="*/ 133775 w 143464"/>
                    <a:gd name="csY3" fmla="*/ 125142 h 168783"/>
                    <a:gd name="csX4" fmla="*/ 94173 w 143464"/>
                    <a:gd name="csY4" fmla="*/ 20910 h 16878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43464" h="168783">
                      <a:moveTo>
                        <a:pt x="14415" y="0"/>
                      </a:moveTo>
                      <a:cubicBezTo>
                        <a:pt x="23920" y="43087"/>
                        <a:pt x="29385" y="96391"/>
                        <a:pt x="0" y="125142"/>
                      </a:cubicBezTo>
                      <a:cubicBezTo>
                        <a:pt x="0" y="125142"/>
                        <a:pt x="18375" y="168783"/>
                        <a:pt x="98371" y="168783"/>
                      </a:cubicBezTo>
                      <a:cubicBezTo>
                        <a:pt x="171397" y="168783"/>
                        <a:pt x="133775" y="125142"/>
                        <a:pt x="133775" y="125142"/>
                      </a:cubicBezTo>
                      <a:cubicBezTo>
                        <a:pt x="85461" y="113658"/>
                        <a:pt x="86253" y="54334"/>
                        <a:pt x="94173" y="20910"/>
                      </a:cubicBezTo>
                      <a:close/>
                    </a:path>
                  </a:pathLst>
                </a:custGeom>
                <a:solidFill>
                  <a:srgbClr val="B55B52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2" name="Freeform: Shape 121">
                  <a:extLst>
                    <a:ext uri="{FF2B5EF4-FFF2-40B4-BE49-F238E27FC236}">
                      <a16:creationId xmlns:a16="http://schemas.microsoft.com/office/drawing/2014/main" id="{E7676F5C-48B6-3B58-0241-5355579A5D88}"/>
                    </a:ext>
                  </a:extLst>
                </p:cNvPr>
                <p:cNvSpPr/>
                <p:nvPr/>
              </p:nvSpPr>
              <p:spPr>
                <a:xfrm>
                  <a:off x="1241560" y="5222705"/>
                  <a:ext cx="47680" cy="49346"/>
                </a:xfrm>
                <a:custGeom>
                  <a:avLst/>
                  <a:gdLst>
                    <a:gd name="csX0" fmla="*/ 24632 w 47680"/>
                    <a:gd name="csY0" fmla="*/ 0 h 49346"/>
                    <a:gd name="csX1" fmla="*/ 47681 w 47680"/>
                    <a:gd name="csY1" fmla="*/ 25583 h 49346"/>
                    <a:gd name="csX2" fmla="*/ 47681 w 47680"/>
                    <a:gd name="csY2" fmla="*/ 25583 h 49346"/>
                    <a:gd name="csX3" fmla="*/ 41820 w 47680"/>
                    <a:gd name="csY3" fmla="*/ 43483 h 49346"/>
                    <a:gd name="csX4" fmla="*/ 35087 w 47680"/>
                    <a:gd name="csY4" fmla="*/ 48552 h 49346"/>
                    <a:gd name="csX5" fmla="*/ 19247 w 47680"/>
                    <a:gd name="csY5" fmla="*/ 49344 h 49346"/>
                    <a:gd name="csX6" fmla="*/ 12593 w 47680"/>
                    <a:gd name="csY6" fmla="*/ 46018 h 49346"/>
                    <a:gd name="csX7" fmla="*/ 0 w 47680"/>
                    <a:gd name="csY7" fmla="*/ 27484 h 4934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</a:cxnLst>
                  <a:rect l="l" t="t" r="r" b="b"/>
                  <a:pathLst>
                    <a:path w="47680" h="49346">
                      <a:moveTo>
                        <a:pt x="24632" y="0"/>
                      </a:moveTo>
                      <a:lnTo>
                        <a:pt x="47681" y="25583"/>
                      </a:lnTo>
                      <a:cubicBezTo>
                        <a:pt x="47681" y="25583"/>
                        <a:pt x="47681" y="25583"/>
                        <a:pt x="47681" y="25583"/>
                      </a:cubicBezTo>
                      <a:lnTo>
                        <a:pt x="41820" y="43483"/>
                      </a:lnTo>
                      <a:cubicBezTo>
                        <a:pt x="40859" y="46416"/>
                        <a:pt x="38172" y="48440"/>
                        <a:pt x="35087" y="48552"/>
                      </a:cubicBezTo>
                      <a:lnTo>
                        <a:pt x="19247" y="49344"/>
                      </a:lnTo>
                      <a:cubicBezTo>
                        <a:pt x="16614" y="49410"/>
                        <a:pt x="14120" y="48164"/>
                        <a:pt x="12593" y="46018"/>
                      </a:cubicBezTo>
                      <a:lnTo>
                        <a:pt x="0" y="27484"/>
                      </a:lnTo>
                      <a:close/>
                    </a:path>
                  </a:pathLst>
                </a:custGeom>
                <a:solidFill>
                  <a:srgbClr val="263238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3" name="Freeform: Shape 122">
                  <a:extLst>
                    <a:ext uri="{FF2B5EF4-FFF2-40B4-BE49-F238E27FC236}">
                      <a16:creationId xmlns:a16="http://schemas.microsoft.com/office/drawing/2014/main" id="{9A185ADC-B8F5-9779-9E44-5D80B8D1D620}"/>
                    </a:ext>
                  </a:extLst>
                </p:cNvPr>
                <p:cNvSpPr/>
                <p:nvPr/>
              </p:nvSpPr>
              <p:spPr>
                <a:xfrm>
                  <a:off x="1147057" y="5169322"/>
                  <a:ext cx="119135" cy="102964"/>
                </a:xfrm>
                <a:custGeom>
                  <a:avLst/>
                  <a:gdLst>
                    <a:gd name="csX0" fmla="*/ 119136 w 119135"/>
                    <a:gd name="csY0" fmla="*/ 53383 h 102964"/>
                    <a:gd name="csX1" fmla="*/ 92603 w 119135"/>
                    <a:gd name="csY1" fmla="*/ 102965 h 102964"/>
                    <a:gd name="csX2" fmla="*/ 93 w 119135"/>
                    <a:gd name="csY2" fmla="*/ 17266 h 102964"/>
                    <a:gd name="csX3" fmla="*/ 30111 w 119135"/>
                    <a:gd name="csY3" fmla="*/ 0 h 102964"/>
                    <a:gd name="csX4" fmla="*/ 119136 w 119135"/>
                    <a:gd name="csY4" fmla="*/ 53383 h 10296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19135" h="102964">
                      <a:moveTo>
                        <a:pt x="119136" y="53383"/>
                      </a:moveTo>
                      <a:cubicBezTo>
                        <a:pt x="109119" y="69256"/>
                        <a:pt x="100252" y="85825"/>
                        <a:pt x="92603" y="102965"/>
                      </a:cubicBezTo>
                      <a:cubicBezTo>
                        <a:pt x="92603" y="102965"/>
                        <a:pt x="-3392" y="68986"/>
                        <a:pt x="93" y="17266"/>
                      </a:cubicBezTo>
                      <a:cubicBezTo>
                        <a:pt x="10496" y="12231"/>
                        <a:pt x="20528" y="6461"/>
                        <a:pt x="30111" y="0"/>
                      </a:cubicBezTo>
                      <a:cubicBezTo>
                        <a:pt x="30111" y="0"/>
                        <a:pt x="34309" y="32870"/>
                        <a:pt x="119136" y="5338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4" name="Freeform: Shape 123">
                  <a:extLst>
                    <a:ext uri="{FF2B5EF4-FFF2-40B4-BE49-F238E27FC236}">
                      <a16:creationId xmlns:a16="http://schemas.microsoft.com/office/drawing/2014/main" id="{2CF1AE8B-58CE-19CA-605F-0137479D667C}"/>
                    </a:ext>
                  </a:extLst>
                </p:cNvPr>
                <p:cNvSpPr/>
                <p:nvPr/>
              </p:nvSpPr>
              <p:spPr>
                <a:xfrm>
                  <a:off x="1266193" y="5178826"/>
                  <a:ext cx="54114" cy="89817"/>
                </a:xfrm>
                <a:custGeom>
                  <a:avLst/>
                  <a:gdLst>
                    <a:gd name="csX0" fmla="*/ 0 w 54114"/>
                    <a:gd name="csY0" fmla="*/ 43879 h 89817"/>
                    <a:gd name="csX1" fmla="*/ 29781 w 54114"/>
                    <a:gd name="csY1" fmla="*/ 89817 h 89817"/>
                    <a:gd name="csX2" fmla="*/ 50374 w 54114"/>
                    <a:gd name="csY2" fmla="*/ 7920 h 89817"/>
                    <a:gd name="csX3" fmla="*/ 24553 w 54114"/>
                    <a:gd name="csY3" fmla="*/ 0 h 89817"/>
                    <a:gd name="csX4" fmla="*/ 0 w 54114"/>
                    <a:gd name="csY4" fmla="*/ 43879 h 8981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54114" h="89817">
                      <a:moveTo>
                        <a:pt x="0" y="43879"/>
                      </a:moveTo>
                      <a:cubicBezTo>
                        <a:pt x="11996" y="57746"/>
                        <a:pt x="22018" y="73205"/>
                        <a:pt x="29781" y="89817"/>
                      </a:cubicBezTo>
                      <a:cubicBezTo>
                        <a:pt x="51568" y="68602"/>
                        <a:pt x="59535" y="36917"/>
                        <a:pt x="50374" y="7920"/>
                      </a:cubicBezTo>
                      <a:cubicBezTo>
                        <a:pt x="41990" y="4601"/>
                        <a:pt x="33356" y="1953"/>
                        <a:pt x="24553" y="0"/>
                      </a:cubicBezTo>
                      <a:cubicBezTo>
                        <a:pt x="24553" y="0"/>
                        <a:pt x="31285" y="32790"/>
                        <a:pt x="0" y="4387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5" name="Freeform: Shape 124">
                  <a:extLst>
                    <a:ext uri="{FF2B5EF4-FFF2-40B4-BE49-F238E27FC236}">
                      <a16:creationId xmlns:a16="http://schemas.microsoft.com/office/drawing/2014/main" id="{00D9EFBC-C8CA-2D16-2706-791C57CF54EB}"/>
                    </a:ext>
                  </a:extLst>
                </p:cNvPr>
                <p:cNvSpPr/>
                <p:nvPr/>
              </p:nvSpPr>
              <p:spPr>
                <a:xfrm>
                  <a:off x="1260569" y="5262541"/>
                  <a:ext cx="64343" cy="386676"/>
                </a:xfrm>
                <a:custGeom>
                  <a:avLst/>
                  <a:gdLst>
                    <a:gd name="csX0" fmla="*/ 14257 w 64343"/>
                    <a:gd name="csY0" fmla="*/ 3 h 386676"/>
                    <a:gd name="csX1" fmla="*/ 61779 w 64343"/>
                    <a:gd name="csY1" fmla="*/ 249020 h 386676"/>
                    <a:gd name="csX2" fmla="*/ 42374 w 64343"/>
                    <a:gd name="csY2" fmla="*/ 386676 h 386676"/>
                    <a:gd name="csX3" fmla="*/ 14098 w 64343"/>
                    <a:gd name="csY3" fmla="*/ 245535 h 386676"/>
                    <a:gd name="csX4" fmla="*/ 0 w 64343"/>
                    <a:gd name="csY4" fmla="*/ 3 h 38667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64343" h="386676">
                      <a:moveTo>
                        <a:pt x="14257" y="3"/>
                      </a:moveTo>
                      <a:cubicBezTo>
                        <a:pt x="16633" y="-947"/>
                        <a:pt x="55997" y="199835"/>
                        <a:pt x="61779" y="249020"/>
                      </a:cubicBezTo>
                      <a:cubicBezTo>
                        <a:pt x="73264" y="314522"/>
                        <a:pt x="42453" y="386835"/>
                        <a:pt x="42374" y="386676"/>
                      </a:cubicBezTo>
                      <a:cubicBezTo>
                        <a:pt x="26386" y="341186"/>
                        <a:pt x="16867" y="293674"/>
                        <a:pt x="14098" y="245535"/>
                      </a:cubicBezTo>
                      <a:cubicBezTo>
                        <a:pt x="9584" y="161896"/>
                        <a:pt x="7604" y="48239"/>
                        <a:pt x="0" y="3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6" name="Freeform: Shape 125">
                  <a:extLst>
                    <a:ext uri="{FF2B5EF4-FFF2-40B4-BE49-F238E27FC236}">
                      <a16:creationId xmlns:a16="http://schemas.microsoft.com/office/drawing/2014/main" id="{2606C3A7-D7DF-4FE1-027D-F68F487D9A1E}"/>
                    </a:ext>
                  </a:extLst>
                </p:cNvPr>
                <p:cNvSpPr/>
                <p:nvPr/>
              </p:nvSpPr>
              <p:spPr>
                <a:xfrm>
                  <a:off x="1182633" y="5061605"/>
                  <a:ext cx="81421" cy="91559"/>
                </a:xfrm>
                <a:custGeom>
                  <a:avLst/>
                  <a:gdLst>
                    <a:gd name="csX0" fmla="*/ 79362 w 81421"/>
                    <a:gd name="csY0" fmla="*/ 20910 h 91559"/>
                    <a:gd name="csX1" fmla="*/ 81422 w 81421"/>
                    <a:gd name="csY1" fmla="*/ 91560 h 91559"/>
                    <a:gd name="csX2" fmla="*/ 59799 w 81421"/>
                    <a:gd name="csY2" fmla="*/ 84986 h 91559"/>
                    <a:gd name="csX3" fmla="*/ 4356 w 81421"/>
                    <a:gd name="csY3" fmla="*/ 22336 h 91559"/>
                    <a:gd name="csX4" fmla="*/ 0 w 81421"/>
                    <a:gd name="csY4" fmla="*/ 0 h 9155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81421" h="91559">
                      <a:moveTo>
                        <a:pt x="79362" y="20910"/>
                      </a:moveTo>
                      <a:cubicBezTo>
                        <a:pt x="73463" y="44193"/>
                        <a:pt x="74176" y="68660"/>
                        <a:pt x="81422" y="91560"/>
                      </a:cubicBezTo>
                      <a:cubicBezTo>
                        <a:pt x="73932" y="90435"/>
                        <a:pt x="66647" y="88220"/>
                        <a:pt x="59799" y="84986"/>
                      </a:cubicBezTo>
                      <a:cubicBezTo>
                        <a:pt x="32474" y="72234"/>
                        <a:pt x="18613" y="52195"/>
                        <a:pt x="4356" y="22336"/>
                      </a:cubicBezTo>
                      <a:cubicBezTo>
                        <a:pt x="3089" y="14415"/>
                        <a:pt x="1584" y="7287"/>
                        <a:pt x="0" y="0"/>
                      </a:cubicBezTo>
                      <a:close/>
                    </a:path>
                  </a:pathLst>
                </a:custGeom>
                <a:solidFill>
                  <a:srgbClr val="000000">
                    <a:alpha val="20000"/>
                  </a:srgbClr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7" name="Freeform: Shape 126">
                  <a:extLst>
                    <a:ext uri="{FF2B5EF4-FFF2-40B4-BE49-F238E27FC236}">
                      <a16:creationId xmlns:a16="http://schemas.microsoft.com/office/drawing/2014/main" id="{A81241FE-0551-D7AD-EC09-53AB17544C29}"/>
                    </a:ext>
                  </a:extLst>
                </p:cNvPr>
                <p:cNvSpPr/>
                <p:nvPr/>
              </p:nvSpPr>
              <p:spPr>
                <a:xfrm>
                  <a:off x="1278945" y="4931156"/>
                  <a:ext cx="32917" cy="69936"/>
                </a:xfrm>
                <a:custGeom>
                  <a:avLst/>
                  <a:gdLst>
                    <a:gd name="csX0" fmla="*/ 0 w 32917"/>
                    <a:gd name="csY0" fmla="*/ 0 h 69936"/>
                    <a:gd name="csX1" fmla="*/ 21781 w 32917"/>
                    <a:gd name="csY1" fmla="*/ 69937 h 69936"/>
                    <a:gd name="csX2" fmla="*/ 19175 w 32917"/>
                    <a:gd name="csY2" fmla="*/ 10068 h 69936"/>
                    <a:gd name="csX3" fmla="*/ 0 w 32917"/>
                    <a:gd name="csY3" fmla="*/ 0 h 6993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32917" h="69936">
                      <a:moveTo>
                        <a:pt x="0" y="0"/>
                      </a:moveTo>
                      <a:lnTo>
                        <a:pt x="21781" y="69937"/>
                      </a:lnTo>
                      <a:cubicBezTo>
                        <a:pt x="37594" y="52685"/>
                        <a:pt x="36427" y="25881"/>
                        <a:pt x="19175" y="10068"/>
                      </a:cubicBezTo>
                      <a:cubicBezTo>
                        <a:pt x="13763" y="5107"/>
                        <a:pt x="7156" y="1638"/>
                        <a:pt x="0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8" name="Freeform: Shape 127">
                  <a:extLst>
                    <a:ext uri="{FF2B5EF4-FFF2-40B4-BE49-F238E27FC236}">
                      <a16:creationId xmlns:a16="http://schemas.microsoft.com/office/drawing/2014/main" id="{1B65FE35-C249-472C-8E62-BF2735DC372C}"/>
                    </a:ext>
                  </a:extLst>
                </p:cNvPr>
                <p:cNvSpPr/>
                <p:nvPr/>
              </p:nvSpPr>
              <p:spPr>
                <a:xfrm>
                  <a:off x="1142144" y="4906739"/>
                  <a:ext cx="180441" cy="228556"/>
                </a:xfrm>
                <a:custGeom>
                  <a:avLst/>
                  <a:gdLst>
                    <a:gd name="csX0" fmla="*/ 3976 w 180441"/>
                    <a:gd name="csY0" fmla="*/ 102432 h 228556"/>
                    <a:gd name="csX1" fmla="*/ 63616 w 180441"/>
                    <a:gd name="csY1" fmla="*/ 215852 h 228556"/>
                    <a:gd name="csX2" fmla="*/ 180442 w 180441"/>
                    <a:gd name="csY2" fmla="*/ 149242 h 228556"/>
                    <a:gd name="csX3" fmla="*/ 91892 w 180441"/>
                    <a:gd name="csY3" fmla="*/ 1289 h 228556"/>
                    <a:gd name="csX4" fmla="*/ 1275 w 180441"/>
                    <a:gd name="csY4" fmla="*/ 63837 h 228556"/>
                    <a:gd name="csX5" fmla="*/ 3976 w 180441"/>
                    <a:gd name="csY5" fmla="*/ 102432 h 2285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</a:cxnLst>
                  <a:rect l="l" t="t" r="r" b="b"/>
                  <a:pathLst>
                    <a:path w="180441" h="228556">
                      <a:moveTo>
                        <a:pt x="3976" y="102432"/>
                      </a:moveTo>
                      <a:cubicBezTo>
                        <a:pt x="20925" y="158825"/>
                        <a:pt x="27737" y="192725"/>
                        <a:pt x="63616" y="215852"/>
                      </a:cubicBezTo>
                      <a:cubicBezTo>
                        <a:pt x="116999" y="250623"/>
                        <a:pt x="180521" y="209278"/>
                        <a:pt x="180442" y="149242"/>
                      </a:cubicBezTo>
                      <a:cubicBezTo>
                        <a:pt x="180442" y="95225"/>
                        <a:pt x="152641" y="12061"/>
                        <a:pt x="91892" y="1289"/>
                      </a:cubicBezTo>
                      <a:cubicBezTo>
                        <a:pt x="49597" y="-6462"/>
                        <a:pt x="9026" y="21541"/>
                        <a:pt x="1275" y="63837"/>
                      </a:cubicBezTo>
                      <a:cubicBezTo>
                        <a:pt x="-1086" y="76724"/>
                        <a:pt x="-158" y="89999"/>
                        <a:pt x="3976" y="102432"/>
                      </a:cubicBezTo>
                      <a:close/>
                    </a:path>
                  </a:pathLst>
                </a:custGeom>
                <a:solidFill>
                  <a:srgbClr val="B55B52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9" name="Freeform: Shape 128">
                  <a:extLst>
                    <a:ext uri="{FF2B5EF4-FFF2-40B4-BE49-F238E27FC236}">
                      <a16:creationId xmlns:a16="http://schemas.microsoft.com/office/drawing/2014/main" id="{42514933-F3BA-6935-443E-B33F6A5BB648}"/>
                    </a:ext>
                  </a:extLst>
                </p:cNvPr>
                <p:cNvSpPr/>
                <p:nvPr/>
              </p:nvSpPr>
              <p:spPr>
                <a:xfrm>
                  <a:off x="1090188" y="4872208"/>
                  <a:ext cx="221163" cy="193658"/>
                </a:xfrm>
                <a:custGeom>
                  <a:avLst/>
                  <a:gdLst>
                    <a:gd name="csX0" fmla="*/ 78822 w 221163"/>
                    <a:gd name="csY0" fmla="*/ 179496 h 193658"/>
                    <a:gd name="csX1" fmla="*/ 86742 w 221163"/>
                    <a:gd name="csY1" fmla="*/ 97599 h 193658"/>
                    <a:gd name="csX2" fmla="*/ 163966 w 221163"/>
                    <a:gd name="csY2" fmla="*/ 68848 h 193658"/>
                    <a:gd name="csX3" fmla="*/ 220676 w 221163"/>
                    <a:gd name="csY3" fmla="*/ 57284 h 193658"/>
                    <a:gd name="csX4" fmla="*/ 181074 w 221163"/>
                    <a:gd name="csY4" fmla="*/ 22039 h 193658"/>
                    <a:gd name="csX5" fmla="*/ 88723 w 221163"/>
                    <a:gd name="csY5" fmla="*/ 13089 h 193658"/>
                    <a:gd name="csX6" fmla="*/ 21003 w 221163"/>
                    <a:gd name="csY6" fmla="*/ 73838 h 193658"/>
                    <a:gd name="csX7" fmla="*/ 5828 w 221163"/>
                    <a:gd name="csY7" fmla="*/ 131927 h 193658"/>
                    <a:gd name="csX8" fmla="*/ 21003 w 221163"/>
                    <a:gd name="csY8" fmla="*/ 147102 h 193658"/>
                    <a:gd name="csX9" fmla="*/ 78822 w 221163"/>
                    <a:gd name="csY9" fmla="*/ 179496 h 19365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221163" h="193658">
                      <a:moveTo>
                        <a:pt x="78822" y="179496"/>
                      </a:moveTo>
                      <a:cubicBezTo>
                        <a:pt x="94663" y="169199"/>
                        <a:pt x="101237" y="116133"/>
                        <a:pt x="86742" y="97599"/>
                      </a:cubicBezTo>
                      <a:cubicBezTo>
                        <a:pt x="137512" y="95302"/>
                        <a:pt x="162620" y="78115"/>
                        <a:pt x="163966" y="68848"/>
                      </a:cubicBezTo>
                      <a:cubicBezTo>
                        <a:pt x="181787" y="76769"/>
                        <a:pt x="226300" y="79778"/>
                        <a:pt x="220676" y="57284"/>
                      </a:cubicBezTo>
                      <a:cubicBezTo>
                        <a:pt x="215409" y="38862"/>
                        <a:pt x="199984" y="25133"/>
                        <a:pt x="181074" y="22039"/>
                      </a:cubicBezTo>
                      <a:cubicBezTo>
                        <a:pt x="163570" y="3505"/>
                        <a:pt x="119691" y="-12019"/>
                        <a:pt x="88723" y="13089"/>
                      </a:cubicBezTo>
                      <a:cubicBezTo>
                        <a:pt x="34547" y="13089"/>
                        <a:pt x="5875" y="56651"/>
                        <a:pt x="21003" y="73838"/>
                      </a:cubicBezTo>
                      <a:cubicBezTo>
                        <a:pt x="772" y="85688"/>
                        <a:pt x="-6022" y="111695"/>
                        <a:pt x="5828" y="131927"/>
                      </a:cubicBezTo>
                      <a:cubicBezTo>
                        <a:pt x="9504" y="138201"/>
                        <a:pt x="14729" y="143426"/>
                        <a:pt x="21003" y="147102"/>
                      </a:cubicBezTo>
                      <a:cubicBezTo>
                        <a:pt x="6588" y="168962"/>
                        <a:pt x="69239" y="217672"/>
                        <a:pt x="78822" y="179496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0" name="Freeform: Shape 129">
                  <a:extLst>
                    <a:ext uri="{FF2B5EF4-FFF2-40B4-BE49-F238E27FC236}">
                      <a16:creationId xmlns:a16="http://schemas.microsoft.com/office/drawing/2014/main" id="{B68CFED4-48F9-252F-E63C-D98694E302D1}"/>
                    </a:ext>
                  </a:extLst>
                </p:cNvPr>
                <p:cNvSpPr/>
                <p:nvPr/>
              </p:nvSpPr>
              <p:spPr>
                <a:xfrm>
                  <a:off x="1126841" y="5034580"/>
                  <a:ext cx="67163" cy="59893"/>
                </a:xfrm>
                <a:custGeom>
                  <a:avLst/>
                  <a:gdLst>
                    <a:gd name="csX0" fmla="*/ 8665 w 67163"/>
                    <a:gd name="csY0" fmla="*/ 43182 h 59893"/>
                    <a:gd name="csX1" fmla="*/ 48267 w 67163"/>
                    <a:gd name="csY1" fmla="*/ 59894 h 59893"/>
                    <a:gd name="csX2" fmla="*/ 61811 w 67163"/>
                    <a:gd name="csY2" fmla="*/ 25599 h 59893"/>
                    <a:gd name="csX3" fmla="*/ 14289 w 67163"/>
                    <a:gd name="csY3" fmla="*/ 1837 h 59893"/>
                    <a:gd name="csX4" fmla="*/ 8665 w 67163"/>
                    <a:gd name="csY4" fmla="*/ 43182 h 5989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67163" h="59893">
                      <a:moveTo>
                        <a:pt x="8665" y="43182"/>
                      </a:moveTo>
                      <a:cubicBezTo>
                        <a:pt x="19117" y="53799"/>
                        <a:pt x="33369" y="59813"/>
                        <a:pt x="48267" y="59894"/>
                      </a:cubicBezTo>
                      <a:cubicBezTo>
                        <a:pt x="67672" y="59894"/>
                        <a:pt x="72028" y="41281"/>
                        <a:pt x="61811" y="25599"/>
                      </a:cubicBezTo>
                      <a:cubicBezTo>
                        <a:pt x="52782" y="11421"/>
                        <a:pt x="31793" y="-5687"/>
                        <a:pt x="14289" y="1837"/>
                      </a:cubicBezTo>
                      <a:cubicBezTo>
                        <a:pt x="-3215" y="9362"/>
                        <a:pt x="-4086" y="30113"/>
                        <a:pt x="8665" y="43182"/>
                      </a:cubicBezTo>
                      <a:close/>
                    </a:path>
                  </a:pathLst>
                </a:custGeom>
                <a:solidFill>
                  <a:srgbClr val="B55B52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1" name="Freeform: Shape 130">
                  <a:extLst>
                    <a:ext uri="{FF2B5EF4-FFF2-40B4-BE49-F238E27FC236}">
                      <a16:creationId xmlns:a16="http://schemas.microsoft.com/office/drawing/2014/main" id="{0F78263E-8862-EFB9-5EC9-1F70456C88DF}"/>
                    </a:ext>
                  </a:extLst>
                </p:cNvPr>
                <p:cNvSpPr/>
                <p:nvPr/>
              </p:nvSpPr>
              <p:spPr>
                <a:xfrm>
                  <a:off x="1201642" y="5736184"/>
                  <a:ext cx="223828" cy="1326030"/>
                </a:xfrm>
                <a:custGeom>
                  <a:avLst/>
                  <a:gdLst>
                    <a:gd name="csX0" fmla="*/ 0 w 223828"/>
                    <a:gd name="csY0" fmla="*/ 0 h 1326030"/>
                    <a:gd name="csX1" fmla="*/ 14257 w 223828"/>
                    <a:gd name="csY1" fmla="*/ 174248 h 1326030"/>
                    <a:gd name="csX2" fmla="*/ 41186 w 223828"/>
                    <a:gd name="csY2" fmla="*/ 547853 h 1326030"/>
                    <a:gd name="csX3" fmla="*/ 41186 w 223828"/>
                    <a:gd name="csY3" fmla="*/ 549437 h 1326030"/>
                    <a:gd name="csX4" fmla="*/ 44433 w 223828"/>
                    <a:gd name="csY4" fmla="*/ 609077 h 1326030"/>
                    <a:gd name="csX5" fmla="*/ 71759 w 223828"/>
                    <a:gd name="csY5" fmla="*/ 1326030 h 1326030"/>
                    <a:gd name="csX6" fmla="*/ 171397 w 223828"/>
                    <a:gd name="csY6" fmla="*/ 1326030 h 1326030"/>
                    <a:gd name="csX7" fmla="*/ 223672 w 223828"/>
                    <a:gd name="csY7" fmla="*/ 594900 h 1326030"/>
                    <a:gd name="csX8" fmla="*/ 206801 w 223828"/>
                    <a:gd name="csY8" fmla="*/ 0 h 132603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223828" h="1326030">
                      <a:moveTo>
                        <a:pt x="0" y="0"/>
                      </a:moveTo>
                      <a:cubicBezTo>
                        <a:pt x="0" y="0"/>
                        <a:pt x="6257" y="73976"/>
                        <a:pt x="14257" y="174248"/>
                      </a:cubicBezTo>
                      <a:cubicBezTo>
                        <a:pt x="23286" y="287906"/>
                        <a:pt x="34454" y="435621"/>
                        <a:pt x="41186" y="547853"/>
                      </a:cubicBezTo>
                      <a:cubicBezTo>
                        <a:pt x="41186" y="548487"/>
                        <a:pt x="41186" y="548962"/>
                        <a:pt x="41186" y="549437"/>
                      </a:cubicBezTo>
                      <a:cubicBezTo>
                        <a:pt x="42453" y="570743"/>
                        <a:pt x="43562" y="590781"/>
                        <a:pt x="44433" y="609077"/>
                      </a:cubicBezTo>
                      <a:cubicBezTo>
                        <a:pt x="53383" y="792434"/>
                        <a:pt x="71759" y="1326030"/>
                        <a:pt x="71759" y="1326030"/>
                      </a:cubicBezTo>
                      <a:lnTo>
                        <a:pt x="171397" y="1326030"/>
                      </a:lnTo>
                      <a:cubicBezTo>
                        <a:pt x="171397" y="1326030"/>
                        <a:pt x="221612" y="781504"/>
                        <a:pt x="223672" y="594900"/>
                      </a:cubicBezTo>
                      <a:cubicBezTo>
                        <a:pt x="225731" y="415424"/>
                        <a:pt x="206801" y="0"/>
                        <a:pt x="206801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2" name="Freeform: Shape 131">
                  <a:extLst>
                    <a:ext uri="{FF2B5EF4-FFF2-40B4-BE49-F238E27FC236}">
                      <a16:creationId xmlns:a16="http://schemas.microsoft.com/office/drawing/2014/main" id="{A80BE485-2583-31CA-4F85-223BE52C49B1}"/>
                    </a:ext>
                  </a:extLst>
                </p:cNvPr>
                <p:cNvSpPr/>
                <p:nvPr/>
              </p:nvSpPr>
              <p:spPr>
                <a:xfrm>
                  <a:off x="1266007" y="7027760"/>
                  <a:ext cx="119783" cy="36592"/>
                </a:xfrm>
                <a:custGeom>
                  <a:avLst/>
                  <a:gdLst>
                    <a:gd name="csX0" fmla="*/ 107 w 119783"/>
                    <a:gd name="csY0" fmla="*/ 4039 h 36592"/>
                    <a:gd name="csX1" fmla="*/ 899 w 119783"/>
                    <a:gd name="csY1" fmla="*/ 36592 h 36592"/>
                    <a:gd name="csX2" fmla="*/ 115903 w 119783"/>
                    <a:gd name="csY2" fmla="*/ 36592 h 36592"/>
                    <a:gd name="csX3" fmla="*/ 119784 w 119783"/>
                    <a:gd name="csY3" fmla="*/ 0 h 3659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19783" h="36592">
                      <a:moveTo>
                        <a:pt x="107" y="4039"/>
                      </a:moveTo>
                      <a:cubicBezTo>
                        <a:pt x="-369" y="4039"/>
                        <a:pt x="899" y="36592"/>
                        <a:pt x="899" y="36592"/>
                      </a:cubicBezTo>
                      <a:lnTo>
                        <a:pt x="115903" y="36592"/>
                      </a:lnTo>
                      <a:lnTo>
                        <a:pt x="119784" y="0"/>
                      </a:lnTo>
                      <a:close/>
                    </a:path>
                  </a:pathLst>
                </a:custGeom>
                <a:solidFill>
                  <a:srgbClr val="FFEE40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" name="Freeform: Shape 132">
                  <a:extLst>
                    <a:ext uri="{FF2B5EF4-FFF2-40B4-BE49-F238E27FC236}">
                      <a16:creationId xmlns:a16="http://schemas.microsoft.com/office/drawing/2014/main" id="{B704A4D1-5AE3-7FFF-06F7-C7CB876BC5D2}"/>
                    </a:ext>
                  </a:extLst>
                </p:cNvPr>
                <p:cNvSpPr/>
                <p:nvPr/>
              </p:nvSpPr>
              <p:spPr>
                <a:xfrm>
                  <a:off x="1215582" y="5828139"/>
                  <a:ext cx="58394" cy="457481"/>
                </a:xfrm>
                <a:custGeom>
                  <a:avLst/>
                  <a:gdLst>
                    <a:gd name="csX0" fmla="*/ 0 w 58394"/>
                    <a:gd name="csY0" fmla="*/ 82293 h 457481"/>
                    <a:gd name="csX1" fmla="*/ 26929 w 58394"/>
                    <a:gd name="csY1" fmla="*/ 455897 h 457481"/>
                    <a:gd name="csX2" fmla="*/ 26929 w 58394"/>
                    <a:gd name="csY2" fmla="*/ 457481 h 457481"/>
                    <a:gd name="csX3" fmla="*/ 57740 w 58394"/>
                    <a:gd name="csY3" fmla="*/ 0 h 45748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58394" h="457481">
                      <a:moveTo>
                        <a:pt x="0" y="82293"/>
                      </a:moveTo>
                      <a:cubicBezTo>
                        <a:pt x="9029" y="195950"/>
                        <a:pt x="20197" y="343666"/>
                        <a:pt x="26929" y="455897"/>
                      </a:cubicBezTo>
                      <a:cubicBezTo>
                        <a:pt x="26929" y="456531"/>
                        <a:pt x="26929" y="457006"/>
                        <a:pt x="26929" y="457481"/>
                      </a:cubicBezTo>
                      <a:cubicBezTo>
                        <a:pt x="51324" y="350873"/>
                        <a:pt x="61145" y="218286"/>
                        <a:pt x="57740" y="0"/>
                      </a:cubicBezTo>
                      <a:close/>
                    </a:path>
                  </a:pathLst>
                </a:custGeom>
                <a:solidFill>
                  <a:srgbClr val="000000">
                    <a:alpha val="20000"/>
                  </a:srgbClr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" name="Freeform: Shape 133">
                  <a:extLst>
                    <a:ext uri="{FF2B5EF4-FFF2-40B4-BE49-F238E27FC236}">
                      <a16:creationId xmlns:a16="http://schemas.microsoft.com/office/drawing/2014/main" id="{BF448216-BA4F-7490-048B-8021DAD04050}"/>
                    </a:ext>
                  </a:extLst>
                </p:cNvPr>
                <p:cNvSpPr/>
                <p:nvPr/>
              </p:nvSpPr>
              <p:spPr>
                <a:xfrm>
                  <a:off x="929022" y="5736184"/>
                  <a:ext cx="367822" cy="1326426"/>
                </a:xfrm>
                <a:custGeom>
                  <a:avLst/>
                  <a:gdLst>
                    <a:gd name="csX0" fmla="*/ 367823 w 367822"/>
                    <a:gd name="csY0" fmla="*/ 0 h 1326426"/>
                    <a:gd name="csX1" fmla="*/ 279589 w 367822"/>
                    <a:gd name="csY1" fmla="*/ 594029 h 1326426"/>
                    <a:gd name="csX2" fmla="*/ 107796 w 367822"/>
                    <a:gd name="csY2" fmla="*/ 1326427 h 1326426"/>
                    <a:gd name="csX3" fmla="*/ 0 w 367822"/>
                    <a:gd name="csY3" fmla="*/ 1326427 h 1326426"/>
                    <a:gd name="csX4" fmla="*/ 103440 w 367822"/>
                    <a:gd name="csY4" fmla="*/ 610741 h 1326426"/>
                    <a:gd name="csX5" fmla="*/ 164744 w 367822"/>
                    <a:gd name="csY5" fmla="*/ 396 h 132642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</a:cxnLst>
                  <a:rect l="l" t="t" r="r" b="b"/>
                  <a:pathLst>
                    <a:path w="367822" h="1326426">
                      <a:moveTo>
                        <a:pt x="367823" y="0"/>
                      </a:moveTo>
                      <a:cubicBezTo>
                        <a:pt x="367823" y="0"/>
                        <a:pt x="312380" y="425166"/>
                        <a:pt x="279589" y="594029"/>
                      </a:cubicBezTo>
                      <a:cubicBezTo>
                        <a:pt x="243948" y="778494"/>
                        <a:pt x="107796" y="1326427"/>
                        <a:pt x="107796" y="1326427"/>
                      </a:cubicBezTo>
                      <a:lnTo>
                        <a:pt x="0" y="1326427"/>
                      </a:lnTo>
                      <a:cubicBezTo>
                        <a:pt x="0" y="1326427"/>
                        <a:pt x="85065" y="793385"/>
                        <a:pt x="103440" y="610741"/>
                      </a:cubicBezTo>
                      <a:cubicBezTo>
                        <a:pt x="123479" y="412731"/>
                        <a:pt x="164744" y="396"/>
                        <a:pt x="164744" y="396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5" name="Freeform: Shape 134">
                  <a:extLst>
                    <a:ext uri="{FF2B5EF4-FFF2-40B4-BE49-F238E27FC236}">
                      <a16:creationId xmlns:a16="http://schemas.microsoft.com/office/drawing/2014/main" id="{C4D9BBB2-3303-C2F9-617A-3E650DE5BE37}"/>
                    </a:ext>
                  </a:extLst>
                </p:cNvPr>
                <p:cNvSpPr/>
                <p:nvPr/>
              </p:nvSpPr>
              <p:spPr>
                <a:xfrm>
                  <a:off x="923716" y="7029661"/>
                  <a:ext cx="128072" cy="34532"/>
                </a:xfrm>
                <a:custGeom>
                  <a:avLst/>
                  <a:gdLst>
                    <a:gd name="csX0" fmla="*/ 4594 w 128072"/>
                    <a:gd name="csY0" fmla="*/ 4435 h 34532"/>
                    <a:gd name="csX1" fmla="*/ 0 w 128072"/>
                    <a:gd name="csY1" fmla="*/ 34533 h 34532"/>
                    <a:gd name="csX2" fmla="*/ 118410 w 128072"/>
                    <a:gd name="csY2" fmla="*/ 34533 h 34532"/>
                    <a:gd name="csX3" fmla="*/ 128073 w 128072"/>
                    <a:gd name="csY3" fmla="*/ 0 h 3453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8072" h="34532">
                      <a:moveTo>
                        <a:pt x="4594" y="4435"/>
                      </a:moveTo>
                      <a:cubicBezTo>
                        <a:pt x="4594" y="4435"/>
                        <a:pt x="0" y="34533"/>
                        <a:pt x="0" y="34533"/>
                      </a:cubicBezTo>
                      <a:lnTo>
                        <a:pt x="118410" y="34533"/>
                      </a:lnTo>
                      <a:lnTo>
                        <a:pt x="128073" y="0"/>
                      </a:lnTo>
                      <a:close/>
                    </a:path>
                  </a:pathLst>
                </a:custGeom>
                <a:solidFill>
                  <a:srgbClr val="FFEE40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6" name="Freeform: Shape 135">
                  <a:extLst>
                    <a:ext uri="{FF2B5EF4-FFF2-40B4-BE49-F238E27FC236}">
                      <a16:creationId xmlns:a16="http://schemas.microsoft.com/office/drawing/2014/main" id="{A79015AA-B525-A37E-8CF2-4076A3BF6742}"/>
                    </a:ext>
                  </a:extLst>
                </p:cNvPr>
                <p:cNvSpPr/>
                <p:nvPr/>
              </p:nvSpPr>
              <p:spPr>
                <a:xfrm>
                  <a:off x="1235218" y="4996818"/>
                  <a:ext cx="11607" cy="17026"/>
                </a:xfrm>
                <a:custGeom>
                  <a:avLst/>
                  <a:gdLst>
                    <a:gd name="csX0" fmla="*/ 323 w 11607"/>
                    <a:gd name="csY0" fmla="*/ 9661 h 17026"/>
                    <a:gd name="csX1" fmla="*/ 7768 w 11607"/>
                    <a:gd name="csY1" fmla="*/ 16948 h 17026"/>
                    <a:gd name="csX2" fmla="*/ 11253 w 11607"/>
                    <a:gd name="csY2" fmla="*/ 7364 h 17026"/>
                    <a:gd name="csX3" fmla="*/ 3808 w 11607"/>
                    <a:gd name="csY3" fmla="*/ 77 h 17026"/>
                    <a:gd name="csX4" fmla="*/ 323 w 11607"/>
                    <a:gd name="csY4" fmla="*/ 9661 h 1702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1607" h="17026">
                      <a:moveTo>
                        <a:pt x="323" y="9661"/>
                      </a:moveTo>
                      <a:cubicBezTo>
                        <a:pt x="1432" y="14334"/>
                        <a:pt x="4758" y="17581"/>
                        <a:pt x="7768" y="16948"/>
                      </a:cubicBezTo>
                      <a:cubicBezTo>
                        <a:pt x="10778" y="16314"/>
                        <a:pt x="12362" y="11958"/>
                        <a:pt x="11253" y="7364"/>
                      </a:cubicBezTo>
                      <a:cubicBezTo>
                        <a:pt x="10144" y="2770"/>
                        <a:pt x="6818" y="-556"/>
                        <a:pt x="3808" y="77"/>
                      </a:cubicBezTo>
                      <a:cubicBezTo>
                        <a:pt x="798" y="711"/>
                        <a:pt x="-707" y="5067"/>
                        <a:pt x="323" y="966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7" name="Freeform: Shape 136">
                  <a:extLst>
                    <a:ext uri="{FF2B5EF4-FFF2-40B4-BE49-F238E27FC236}">
                      <a16:creationId xmlns:a16="http://schemas.microsoft.com/office/drawing/2014/main" id="{F781B56A-E13E-8C73-F983-9625A9BFA0D4}"/>
                    </a:ext>
                  </a:extLst>
                </p:cNvPr>
                <p:cNvSpPr/>
                <p:nvPr/>
              </p:nvSpPr>
              <p:spPr>
                <a:xfrm>
                  <a:off x="1287377" y="4985490"/>
                  <a:ext cx="11454" cy="17045"/>
                </a:xfrm>
                <a:custGeom>
                  <a:avLst/>
                  <a:gdLst>
                    <a:gd name="csX0" fmla="*/ 201 w 11454"/>
                    <a:gd name="csY0" fmla="*/ 9742 h 17045"/>
                    <a:gd name="csX1" fmla="*/ 7646 w 11454"/>
                    <a:gd name="csY1" fmla="*/ 16949 h 17045"/>
                    <a:gd name="csX2" fmla="*/ 11131 w 11454"/>
                    <a:gd name="csY2" fmla="*/ 7366 h 17045"/>
                    <a:gd name="csX3" fmla="*/ 3686 w 11454"/>
                    <a:gd name="csY3" fmla="*/ 79 h 17045"/>
                    <a:gd name="csX4" fmla="*/ 201 w 11454"/>
                    <a:gd name="csY4" fmla="*/ 9742 h 1704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1454" h="17045">
                      <a:moveTo>
                        <a:pt x="201" y="9742"/>
                      </a:moveTo>
                      <a:cubicBezTo>
                        <a:pt x="1310" y="14336"/>
                        <a:pt x="4636" y="17662"/>
                        <a:pt x="7646" y="16949"/>
                      </a:cubicBezTo>
                      <a:cubicBezTo>
                        <a:pt x="10656" y="16237"/>
                        <a:pt x="12161" y="12039"/>
                        <a:pt x="11131" y="7366"/>
                      </a:cubicBezTo>
                      <a:cubicBezTo>
                        <a:pt x="10101" y="2693"/>
                        <a:pt x="6696" y="-555"/>
                        <a:pt x="3686" y="79"/>
                      </a:cubicBezTo>
                      <a:cubicBezTo>
                        <a:pt x="676" y="713"/>
                        <a:pt x="-512" y="5069"/>
                        <a:pt x="201" y="9742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8" name="Freeform: Shape 137">
                  <a:extLst>
                    <a:ext uri="{FF2B5EF4-FFF2-40B4-BE49-F238E27FC236}">
                      <a16:creationId xmlns:a16="http://schemas.microsoft.com/office/drawing/2014/main" id="{A1C3B733-DE32-5ED0-4E62-BCC8E66BB7F4}"/>
                    </a:ext>
                  </a:extLst>
                </p:cNvPr>
                <p:cNvSpPr/>
                <p:nvPr/>
              </p:nvSpPr>
              <p:spPr>
                <a:xfrm>
                  <a:off x="1271579" y="5001093"/>
                  <a:ext cx="31681" cy="44057"/>
                </a:xfrm>
                <a:custGeom>
                  <a:avLst/>
                  <a:gdLst>
                    <a:gd name="csX0" fmla="*/ 0 w 31681"/>
                    <a:gd name="csY0" fmla="*/ 0 h 44057"/>
                    <a:gd name="csX1" fmla="*/ 31682 w 31681"/>
                    <a:gd name="csY1" fmla="*/ 35087 h 44057"/>
                    <a:gd name="csX2" fmla="*/ 10693 w 31681"/>
                    <a:gd name="csY2" fmla="*/ 44037 h 4405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31681" h="44057">
                      <a:moveTo>
                        <a:pt x="0" y="0"/>
                      </a:moveTo>
                      <a:cubicBezTo>
                        <a:pt x="8944" y="13060"/>
                        <a:pt x="19599" y="24861"/>
                        <a:pt x="31682" y="35087"/>
                      </a:cubicBezTo>
                      <a:cubicBezTo>
                        <a:pt x="26377" y="41061"/>
                        <a:pt x="18676" y="44345"/>
                        <a:pt x="10693" y="44037"/>
                      </a:cubicBezTo>
                      <a:close/>
                    </a:path>
                  </a:pathLst>
                </a:custGeom>
                <a:solidFill>
                  <a:srgbClr val="A02724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9" name="Freeform: Shape 138">
                  <a:extLst>
                    <a:ext uri="{FF2B5EF4-FFF2-40B4-BE49-F238E27FC236}">
                      <a16:creationId xmlns:a16="http://schemas.microsoft.com/office/drawing/2014/main" id="{EFF6EE30-4217-6051-A7F0-AF65F67F838C}"/>
                    </a:ext>
                  </a:extLst>
                </p:cNvPr>
                <p:cNvSpPr/>
                <p:nvPr/>
              </p:nvSpPr>
              <p:spPr>
                <a:xfrm>
                  <a:off x="1236854" y="5053092"/>
                  <a:ext cx="37469" cy="11504"/>
                </a:xfrm>
                <a:custGeom>
                  <a:avLst/>
                  <a:gdLst>
                    <a:gd name="csX0" fmla="*/ 36467 w 37469"/>
                    <a:gd name="csY0" fmla="*/ 10097 h 11504"/>
                    <a:gd name="csX1" fmla="*/ 37417 w 37469"/>
                    <a:gd name="csY1" fmla="*/ 8354 h 11504"/>
                    <a:gd name="csX2" fmla="*/ 35770 w 37469"/>
                    <a:gd name="csY2" fmla="*/ 7399 h 11504"/>
                    <a:gd name="csX3" fmla="*/ 35754 w 37469"/>
                    <a:gd name="csY3" fmla="*/ 7404 h 11504"/>
                    <a:gd name="csX4" fmla="*/ 2409 w 37469"/>
                    <a:gd name="csY4" fmla="*/ 434 h 11504"/>
                    <a:gd name="csX5" fmla="*/ 507 w 37469"/>
                    <a:gd name="csY5" fmla="*/ 356 h 11504"/>
                    <a:gd name="csX6" fmla="*/ 429 w 37469"/>
                    <a:gd name="csY6" fmla="*/ 434 h 11504"/>
                    <a:gd name="csX7" fmla="*/ 317 w 37469"/>
                    <a:gd name="csY7" fmla="*/ 2223 h 11504"/>
                    <a:gd name="csX8" fmla="*/ 429 w 37469"/>
                    <a:gd name="csY8" fmla="*/ 2335 h 11504"/>
                    <a:gd name="csX9" fmla="*/ 36467 w 37469"/>
                    <a:gd name="csY9" fmla="*/ 10097 h 1150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37469" h="11504">
                      <a:moveTo>
                        <a:pt x="36467" y="10097"/>
                      </a:moveTo>
                      <a:cubicBezTo>
                        <a:pt x="37202" y="9868"/>
                        <a:pt x="37623" y="9096"/>
                        <a:pt x="37417" y="8354"/>
                      </a:cubicBezTo>
                      <a:cubicBezTo>
                        <a:pt x="37226" y="7636"/>
                        <a:pt x="36488" y="7208"/>
                        <a:pt x="35770" y="7399"/>
                      </a:cubicBezTo>
                      <a:cubicBezTo>
                        <a:pt x="35765" y="7401"/>
                        <a:pt x="35759" y="7402"/>
                        <a:pt x="35754" y="7404"/>
                      </a:cubicBezTo>
                      <a:cubicBezTo>
                        <a:pt x="24162" y="10469"/>
                        <a:pt x="11803" y="7886"/>
                        <a:pt x="2409" y="434"/>
                      </a:cubicBezTo>
                      <a:cubicBezTo>
                        <a:pt x="1905" y="-113"/>
                        <a:pt x="1053" y="-148"/>
                        <a:pt x="507" y="356"/>
                      </a:cubicBezTo>
                      <a:cubicBezTo>
                        <a:pt x="480" y="381"/>
                        <a:pt x="454" y="407"/>
                        <a:pt x="429" y="434"/>
                      </a:cubicBezTo>
                      <a:cubicBezTo>
                        <a:pt x="-96" y="897"/>
                        <a:pt x="-146" y="1698"/>
                        <a:pt x="317" y="2223"/>
                      </a:cubicBezTo>
                      <a:cubicBezTo>
                        <a:pt x="352" y="2262"/>
                        <a:pt x="389" y="2300"/>
                        <a:pt x="429" y="2335"/>
                      </a:cubicBezTo>
                      <a:cubicBezTo>
                        <a:pt x="10468" y="10621"/>
                        <a:pt x="23907" y="13516"/>
                        <a:pt x="36467" y="10097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0" name="Freeform: Shape 139">
                  <a:extLst>
                    <a:ext uri="{FF2B5EF4-FFF2-40B4-BE49-F238E27FC236}">
                      <a16:creationId xmlns:a16="http://schemas.microsoft.com/office/drawing/2014/main" id="{5308040C-8343-97D3-D535-ED02E094AE01}"/>
                    </a:ext>
                  </a:extLst>
                </p:cNvPr>
                <p:cNvSpPr/>
                <p:nvPr/>
              </p:nvSpPr>
              <p:spPr>
                <a:xfrm>
                  <a:off x="1212178" y="4972953"/>
                  <a:ext cx="22763" cy="19999"/>
                </a:xfrm>
                <a:custGeom>
                  <a:avLst/>
                  <a:gdLst>
                    <a:gd name="csX0" fmla="*/ 3403 w 22763"/>
                    <a:gd name="csY0" fmla="*/ 19982 h 19999"/>
                    <a:gd name="csX1" fmla="*/ 5304 w 22763"/>
                    <a:gd name="csY1" fmla="*/ 18477 h 19999"/>
                    <a:gd name="csX2" fmla="*/ 20432 w 22763"/>
                    <a:gd name="csY2" fmla="*/ 5566 h 19999"/>
                    <a:gd name="csX3" fmla="*/ 22729 w 22763"/>
                    <a:gd name="csY3" fmla="*/ 2398 h 19999"/>
                    <a:gd name="csX4" fmla="*/ 19561 w 22763"/>
                    <a:gd name="csY4" fmla="*/ 22 h 19999"/>
                    <a:gd name="csX5" fmla="*/ 235 w 22763"/>
                    <a:gd name="csY5" fmla="*/ 15863 h 19999"/>
                    <a:gd name="csX6" fmla="*/ 1661 w 22763"/>
                    <a:gd name="csY6" fmla="*/ 19586 h 19999"/>
                    <a:gd name="csX7" fmla="*/ 3403 w 22763"/>
                    <a:gd name="csY7" fmla="*/ 19982 h 1999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</a:cxnLst>
                  <a:rect l="l" t="t" r="r" b="b"/>
                  <a:pathLst>
                    <a:path w="22763" h="19999">
                      <a:moveTo>
                        <a:pt x="3403" y="19982"/>
                      </a:moveTo>
                      <a:cubicBezTo>
                        <a:pt x="4234" y="19798"/>
                        <a:pt x="4935" y="19244"/>
                        <a:pt x="5304" y="18477"/>
                      </a:cubicBezTo>
                      <a:cubicBezTo>
                        <a:pt x="7929" y="11956"/>
                        <a:pt x="13580" y="7133"/>
                        <a:pt x="20432" y="5566"/>
                      </a:cubicBezTo>
                      <a:cubicBezTo>
                        <a:pt x="21940" y="5323"/>
                        <a:pt x="22967" y="3907"/>
                        <a:pt x="22729" y="2398"/>
                      </a:cubicBezTo>
                      <a:cubicBezTo>
                        <a:pt x="22485" y="882"/>
                        <a:pt x="21084" y="-168"/>
                        <a:pt x="19561" y="22"/>
                      </a:cubicBezTo>
                      <a:cubicBezTo>
                        <a:pt x="10874" y="1736"/>
                        <a:pt x="3620" y="7681"/>
                        <a:pt x="235" y="15863"/>
                      </a:cubicBezTo>
                      <a:cubicBezTo>
                        <a:pt x="-380" y="17285"/>
                        <a:pt x="253" y="18938"/>
                        <a:pt x="1661" y="19586"/>
                      </a:cubicBezTo>
                      <a:cubicBezTo>
                        <a:pt x="2179" y="19912"/>
                        <a:pt x="2794" y="20052"/>
                        <a:pt x="3403" y="19982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1" name="Freeform: Shape 140">
                  <a:extLst>
                    <a:ext uri="{FF2B5EF4-FFF2-40B4-BE49-F238E27FC236}">
                      <a16:creationId xmlns:a16="http://schemas.microsoft.com/office/drawing/2014/main" id="{A8873A08-EBCD-E54D-D981-2D1F7075737F}"/>
                    </a:ext>
                  </a:extLst>
                </p:cNvPr>
                <p:cNvSpPr/>
                <p:nvPr/>
              </p:nvSpPr>
              <p:spPr>
                <a:xfrm>
                  <a:off x="1281512" y="4957105"/>
                  <a:ext cx="26930" cy="14530"/>
                </a:xfrm>
                <a:custGeom>
                  <a:avLst/>
                  <a:gdLst>
                    <a:gd name="csX0" fmla="*/ 24996 w 26930"/>
                    <a:gd name="csY0" fmla="*/ 14365 h 14530"/>
                    <a:gd name="csX1" fmla="*/ 26105 w 26930"/>
                    <a:gd name="csY1" fmla="*/ 13732 h 14530"/>
                    <a:gd name="csX2" fmla="*/ 26178 w 26930"/>
                    <a:gd name="csY2" fmla="*/ 9924 h 14530"/>
                    <a:gd name="csX3" fmla="*/ 26105 w 26930"/>
                    <a:gd name="csY3" fmla="*/ 9851 h 14530"/>
                    <a:gd name="csX4" fmla="*/ 2344 w 26930"/>
                    <a:gd name="csY4" fmla="*/ 109 h 14530"/>
                    <a:gd name="csX5" fmla="*/ 23 w 26930"/>
                    <a:gd name="csY5" fmla="*/ 3128 h 14530"/>
                    <a:gd name="csX6" fmla="*/ 47 w 26930"/>
                    <a:gd name="csY6" fmla="*/ 3277 h 14530"/>
                    <a:gd name="csX7" fmla="*/ 3159 w 26930"/>
                    <a:gd name="csY7" fmla="*/ 5661 h 14530"/>
                    <a:gd name="csX8" fmla="*/ 3215 w 26930"/>
                    <a:gd name="csY8" fmla="*/ 5653 h 14530"/>
                    <a:gd name="csX9" fmla="*/ 3215 w 26930"/>
                    <a:gd name="csY9" fmla="*/ 5653 h 14530"/>
                    <a:gd name="csX10" fmla="*/ 21907 w 26930"/>
                    <a:gd name="csY10" fmla="*/ 13573 h 14530"/>
                    <a:gd name="csX11" fmla="*/ 24996 w 26930"/>
                    <a:gd name="csY11" fmla="*/ 14365 h 1453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26930" h="14530">
                      <a:moveTo>
                        <a:pt x="24996" y="14365"/>
                      </a:moveTo>
                      <a:cubicBezTo>
                        <a:pt x="25418" y="14263"/>
                        <a:pt x="25803" y="14043"/>
                        <a:pt x="26105" y="13732"/>
                      </a:cubicBezTo>
                      <a:cubicBezTo>
                        <a:pt x="27177" y="12700"/>
                        <a:pt x="27209" y="10996"/>
                        <a:pt x="26178" y="9924"/>
                      </a:cubicBezTo>
                      <a:cubicBezTo>
                        <a:pt x="26154" y="9899"/>
                        <a:pt x="26130" y="9875"/>
                        <a:pt x="26105" y="9851"/>
                      </a:cubicBezTo>
                      <a:cubicBezTo>
                        <a:pt x="20233" y="2943"/>
                        <a:pt x="11375" y="-689"/>
                        <a:pt x="2344" y="109"/>
                      </a:cubicBezTo>
                      <a:cubicBezTo>
                        <a:pt x="869" y="302"/>
                        <a:pt x="-170" y="1654"/>
                        <a:pt x="23" y="3128"/>
                      </a:cubicBezTo>
                      <a:cubicBezTo>
                        <a:pt x="30" y="3178"/>
                        <a:pt x="37" y="3227"/>
                        <a:pt x="47" y="3277"/>
                      </a:cubicBezTo>
                      <a:cubicBezTo>
                        <a:pt x="248" y="4794"/>
                        <a:pt x="1641" y="5862"/>
                        <a:pt x="3159" y="5661"/>
                      </a:cubicBezTo>
                      <a:cubicBezTo>
                        <a:pt x="3178" y="5658"/>
                        <a:pt x="3196" y="5656"/>
                        <a:pt x="3215" y="5653"/>
                      </a:cubicBezTo>
                      <a:lnTo>
                        <a:pt x="3215" y="5653"/>
                      </a:lnTo>
                      <a:cubicBezTo>
                        <a:pt x="10359" y="5119"/>
                        <a:pt x="17321" y="8069"/>
                        <a:pt x="21907" y="13573"/>
                      </a:cubicBezTo>
                      <a:cubicBezTo>
                        <a:pt x="22679" y="14442"/>
                        <a:pt x="23901" y="14756"/>
                        <a:pt x="24996" y="14365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2" name="Freeform: Shape 141">
                  <a:extLst>
                    <a:ext uri="{FF2B5EF4-FFF2-40B4-BE49-F238E27FC236}">
                      <a16:creationId xmlns:a16="http://schemas.microsoft.com/office/drawing/2014/main" id="{0A67CAB2-E6D6-EFF6-A22E-9843F7453FDF}"/>
                    </a:ext>
                  </a:extLst>
                </p:cNvPr>
                <p:cNvSpPr/>
                <p:nvPr/>
              </p:nvSpPr>
              <p:spPr>
                <a:xfrm>
                  <a:off x="959437" y="5266901"/>
                  <a:ext cx="194523" cy="357763"/>
                </a:xfrm>
                <a:custGeom>
                  <a:avLst/>
                  <a:gdLst>
                    <a:gd name="csX0" fmla="*/ 67956 w 194523"/>
                    <a:gd name="csY0" fmla="*/ 0 h 357763"/>
                    <a:gd name="csX1" fmla="*/ 147160 w 194523"/>
                    <a:gd name="csY1" fmla="*/ 32790 h 357763"/>
                    <a:gd name="csX2" fmla="*/ 84430 w 194523"/>
                    <a:gd name="csY2" fmla="*/ 228345 h 357763"/>
                    <a:gd name="csX3" fmla="*/ 194524 w 194523"/>
                    <a:gd name="csY3" fmla="*/ 319191 h 357763"/>
                    <a:gd name="csX4" fmla="*/ 167436 w 194523"/>
                    <a:gd name="csY4" fmla="*/ 357764 h 357763"/>
                    <a:gd name="csX5" fmla="*/ 1108 w 194523"/>
                    <a:gd name="csY5" fmla="*/ 246878 h 357763"/>
                    <a:gd name="csX6" fmla="*/ 67956 w 194523"/>
                    <a:gd name="csY6" fmla="*/ 0 h 35776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</a:cxnLst>
                  <a:rect l="l" t="t" r="r" b="b"/>
                  <a:pathLst>
                    <a:path w="194523" h="357763">
                      <a:moveTo>
                        <a:pt x="67956" y="0"/>
                      </a:moveTo>
                      <a:lnTo>
                        <a:pt x="147160" y="32790"/>
                      </a:lnTo>
                      <a:cubicBezTo>
                        <a:pt x="147160" y="32790"/>
                        <a:pt x="88707" y="201495"/>
                        <a:pt x="84430" y="228345"/>
                      </a:cubicBezTo>
                      <a:cubicBezTo>
                        <a:pt x="116508" y="240225"/>
                        <a:pt x="151753" y="287985"/>
                        <a:pt x="194524" y="319191"/>
                      </a:cubicBezTo>
                      <a:cubicBezTo>
                        <a:pt x="193415" y="328854"/>
                        <a:pt x="174881" y="352615"/>
                        <a:pt x="167436" y="357764"/>
                      </a:cubicBezTo>
                      <a:cubicBezTo>
                        <a:pt x="103598" y="326795"/>
                        <a:pt x="5702" y="283946"/>
                        <a:pt x="1108" y="246878"/>
                      </a:cubicBezTo>
                      <a:cubicBezTo>
                        <a:pt x="-10139" y="163714"/>
                        <a:pt x="67956" y="0"/>
                        <a:pt x="67956" y="0"/>
                      </a:cubicBezTo>
                      <a:close/>
                    </a:path>
                  </a:pathLst>
                </a:custGeom>
                <a:solidFill>
                  <a:srgbClr val="B55B52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3" name="Freeform: Shape 142">
                  <a:extLst>
                    <a:ext uri="{FF2B5EF4-FFF2-40B4-BE49-F238E27FC236}">
                      <a16:creationId xmlns:a16="http://schemas.microsoft.com/office/drawing/2014/main" id="{836F294C-918A-8D13-B098-648F616764F7}"/>
                    </a:ext>
                  </a:extLst>
                </p:cNvPr>
                <p:cNvSpPr/>
                <p:nvPr/>
              </p:nvSpPr>
              <p:spPr>
                <a:xfrm>
                  <a:off x="1117052" y="5582370"/>
                  <a:ext cx="84114" cy="65263"/>
                </a:xfrm>
                <a:custGeom>
                  <a:avLst/>
                  <a:gdLst>
                    <a:gd name="csX0" fmla="*/ 17821 w 84114"/>
                    <a:gd name="csY0" fmla="*/ 0 h 65263"/>
                    <a:gd name="csX1" fmla="*/ 84114 w 84114"/>
                    <a:gd name="csY1" fmla="*/ 0 h 65263"/>
                    <a:gd name="csX2" fmla="*/ 65185 w 84114"/>
                    <a:gd name="csY2" fmla="*/ 65264 h 65263"/>
                    <a:gd name="csX3" fmla="*/ 0 w 84114"/>
                    <a:gd name="csY3" fmla="*/ 32790 h 6526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84114" h="65263">
                      <a:moveTo>
                        <a:pt x="17821" y="0"/>
                      </a:moveTo>
                      <a:lnTo>
                        <a:pt x="84114" y="0"/>
                      </a:lnTo>
                      <a:lnTo>
                        <a:pt x="65185" y="65264"/>
                      </a:lnTo>
                      <a:cubicBezTo>
                        <a:pt x="65185" y="65264"/>
                        <a:pt x="24236" y="62809"/>
                        <a:pt x="0" y="32790"/>
                      </a:cubicBezTo>
                      <a:close/>
                    </a:path>
                  </a:pathLst>
                </a:custGeom>
                <a:solidFill>
                  <a:srgbClr val="B55B52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4" name="Freeform: Shape 143">
                  <a:extLst>
                    <a:ext uri="{FF2B5EF4-FFF2-40B4-BE49-F238E27FC236}">
                      <a16:creationId xmlns:a16="http://schemas.microsoft.com/office/drawing/2014/main" id="{FB74594A-CFA8-F81D-7793-9CCC59035112}"/>
                    </a:ext>
                  </a:extLst>
                </p:cNvPr>
                <p:cNvSpPr/>
                <p:nvPr/>
              </p:nvSpPr>
              <p:spPr>
                <a:xfrm>
                  <a:off x="1182237" y="5582845"/>
                  <a:ext cx="58610" cy="70808"/>
                </a:xfrm>
                <a:custGeom>
                  <a:avLst/>
                  <a:gdLst>
                    <a:gd name="csX0" fmla="*/ 58611 w 58610"/>
                    <a:gd name="csY0" fmla="*/ 12593 h 70808"/>
                    <a:gd name="csX1" fmla="*/ 38493 w 58610"/>
                    <a:gd name="csY1" fmla="*/ 70808 h 70808"/>
                    <a:gd name="csX2" fmla="*/ 0 w 58610"/>
                    <a:gd name="csY2" fmla="*/ 65264 h 70808"/>
                    <a:gd name="csX3" fmla="*/ 18930 w 58610"/>
                    <a:gd name="csY3" fmla="*/ 0 h 70808"/>
                    <a:gd name="csX4" fmla="*/ 58611 w 58610"/>
                    <a:gd name="csY4" fmla="*/ 12593 h 7080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58610" h="70808">
                      <a:moveTo>
                        <a:pt x="58611" y="12593"/>
                      </a:moveTo>
                      <a:lnTo>
                        <a:pt x="38493" y="70808"/>
                      </a:lnTo>
                      <a:lnTo>
                        <a:pt x="0" y="65264"/>
                      </a:lnTo>
                      <a:lnTo>
                        <a:pt x="18930" y="0"/>
                      </a:lnTo>
                      <a:lnTo>
                        <a:pt x="58611" y="12593"/>
                      </a:lnTo>
                      <a:close/>
                    </a:path>
                  </a:pathLst>
                </a:custGeom>
                <a:solidFill>
                  <a:srgbClr val="B55B52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5" name="Freeform: Shape 144">
                  <a:extLst>
                    <a:ext uri="{FF2B5EF4-FFF2-40B4-BE49-F238E27FC236}">
                      <a16:creationId xmlns:a16="http://schemas.microsoft.com/office/drawing/2014/main" id="{E5228C1F-4F14-8983-4895-B0EF1735AF4B}"/>
                    </a:ext>
                  </a:extLst>
                </p:cNvPr>
                <p:cNvSpPr/>
                <p:nvPr/>
              </p:nvSpPr>
              <p:spPr>
                <a:xfrm>
                  <a:off x="948348" y="5198968"/>
                  <a:ext cx="198566" cy="250497"/>
                </a:xfrm>
                <a:custGeom>
                  <a:avLst/>
                  <a:gdLst>
                    <a:gd name="csX0" fmla="*/ 114529 w 198566"/>
                    <a:gd name="csY0" fmla="*/ 1085 h 250497"/>
                    <a:gd name="csX1" fmla="*/ 0 w 198566"/>
                    <a:gd name="csY1" fmla="*/ 202104 h 250497"/>
                    <a:gd name="csX2" fmla="*/ 127756 w 198566"/>
                    <a:gd name="csY2" fmla="*/ 250498 h 250497"/>
                    <a:gd name="csX3" fmla="*/ 191119 w 198566"/>
                    <a:gd name="csY3" fmla="*/ 107931 h 250497"/>
                    <a:gd name="csX4" fmla="*/ 114529 w 198566"/>
                    <a:gd name="csY4" fmla="*/ 1085 h 25049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98566" h="250497">
                      <a:moveTo>
                        <a:pt x="114529" y="1085"/>
                      </a:moveTo>
                      <a:cubicBezTo>
                        <a:pt x="59086" y="9005"/>
                        <a:pt x="0" y="202104"/>
                        <a:pt x="0" y="202104"/>
                      </a:cubicBezTo>
                      <a:lnTo>
                        <a:pt x="127756" y="250498"/>
                      </a:lnTo>
                      <a:cubicBezTo>
                        <a:pt x="152062" y="204456"/>
                        <a:pt x="173231" y="156825"/>
                        <a:pt x="191119" y="107931"/>
                      </a:cubicBezTo>
                      <a:cubicBezTo>
                        <a:pt x="216385" y="36885"/>
                        <a:pt x="174011" y="-7628"/>
                        <a:pt x="114529" y="1085"/>
                      </a:cubicBezTo>
                      <a:close/>
                    </a:path>
                  </a:pathLst>
                </a:custGeom>
                <a:solidFill>
                  <a:srgbClr val="FFEE40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6" name="Freeform: Shape 145">
                  <a:extLst>
                    <a:ext uri="{FF2B5EF4-FFF2-40B4-BE49-F238E27FC236}">
                      <a16:creationId xmlns:a16="http://schemas.microsoft.com/office/drawing/2014/main" id="{0B18E569-C80B-7ED7-6E87-1B2C0736ED80}"/>
                    </a:ext>
                  </a:extLst>
                </p:cNvPr>
                <p:cNvSpPr/>
                <p:nvPr/>
              </p:nvSpPr>
              <p:spPr>
                <a:xfrm>
                  <a:off x="1004160" y="7130368"/>
                  <a:ext cx="30643" cy="14912"/>
                </a:xfrm>
                <a:custGeom>
                  <a:avLst/>
                  <a:gdLst>
                    <a:gd name="csX0" fmla="*/ 16580 w 30643"/>
                    <a:gd name="csY0" fmla="*/ 14852 h 14912"/>
                    <a:gd name="csX1" fmla="*/ 27827 w 30643"/>
                    <a:gd name="csY1" fmla="*/ 11921 h 14912"/>
                    <a:gd name="csX2" fmla="*/ 30520 w 30643"/>
                    <a:gd name="csY2" fmla="*/ 4476 h 14912"/>
                    <a:gd name="csX3" fmla="*/ 28065 w 30643"/>
                    <a:gd name="csY3" fmla="*/ 595 h 14912"/>
                    <a:gd name="csX4" fmla="*/ 660 w 30643"/>
                    <a:gd name="csY4" fmla="*/ 10258 h 14912"/>
                    <a:gd name="csX5" fmla="*/ 27 w 30643"/>
                    <a:gd name="csY5" fmla="*/ 11683 h 14912"/>
                    <a:gd name="csX6" fmla="*/ 1136 w 30643"/>
                    <a:gd name="csY6" fmla="*/ 12792 h 14912"/>
                    <a:gd name="csX7" fmla="*/ 16580 w 30643"/>
                    <a:gd name="csY7" fmla="*/ 14852 h 14912"/>
                    <a:gd name="csX8" fmla="*/ 25055 w 30643"/>
                    <a:gd name="csY8" fmla="*/ 2734 h 14912"/>
                    <a:gd name="csX9" fmla="*/ 26877 w 30643"/>
                    <a:gd name="csY9" fmla="*/ 2734 h 14912"/>
                    <a:gd name="csX10" fmla="*/ 27748 w 30643"/>
                    <a:gd name="csY10" fmla="*/ 4397 h 14912"/>
                    <a:gd name="csX11" fmla="*/ 26006 w 30643"/>
                    <a:gd name="csY11" fmla="*/ 9466 h 14912"/>
                    <a:gd name="csX12" fmla="*/ 5096 w 30643"/>
                    <a:gd name="csY12" fmla="*/ 10496 h 14912"/>
                    <a:gd name="csX13" fmla="*/ 25055 w 30643"/>
                    <a:gd name="csY13" fmla="*/ 2734 h 1491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</a:cxnLst>
                  <a:rect l="l" t="t" r="r" b="b"/>
                  <a:pathLst>
                    <a:path w="30643" h="14912">
                      <a:moveTo>
                        <a:pt x="16580" y="14852"/>
                      </a:moveTo>
                      <a:cubicBezTo>
                        <a:pt x="20554" y="15184"/>
                        <a:pt x="24522" y="14151"/>
                        <a:pt x="27827" y="11921"/>
                      </a:cubicBezTo>
                      <a:cubicBezTo>
                        <a:pt x="29990" y="10098"/>
                        <a:pt x="31016" y="7261"/>
                        <a:pt x="30520" y="4476"/>
                      </a:cubicBezTo>
                      <a:cubicBezTo>
                        <a:pt x="30506" y="2821"/>
                        <a:pt x="29554" y="1317"/>
                        <a:pt x="28065" y="595"/>
                      </a:cubicBezTo>
                      <a:cubicBezTo>
                        <a:pt x="21570" y="-2731"/>
                        <a:pt x="2799" y="8911"/>
                        <a:pt x="660" y="10258"/>
                      </a:cubicBezTo>
                      <a:cubicBezTo>
                        <a:pt x="167" y="10550"/>
                        <a:pt x="-87" y="11122"/>
                        <a:pt x="27" y="11683"/>
                      </a:cubicBezTo>
                      <a:cubicBezTo>
                        <a:pt x="200" y="12208"/>
                        <a:pt x="611" y="12619"/>
                        <a:pt x="1136" y="12792"/>
                      </a:cubicBezTo>
                      <a:cubicBezTo>
                        <a:pt x="6195" y="14034"/>
                        <a:pt x="11373" y="14724"/>
                        <a:pt x="16580" y="14852"/>
                      </a:cubicBezTo>
                      <a:close/>
                      <a:moveTo>
                        <a:pt x="25055" y="2734"/>
                      </a:moveTo>
                      <a:cubicBezTo>
                        <a:pt x="25655" y="2600"/>
                        <a:pt x="26277" y="2600"/>
                        <a:pt x="26877" y="2734"/>
                      </a:cubicBezTo>
                      <a:cubicBezTo>
                        <a:pt x="27440" y="3096"/>
                        <a:pt x="27771" y="3728"/>
                        <a:pt x="27748" y="4397"/>
                      </a:cubicBezTo>
                      <a:cubicBezTo>
                        <a:pt x="28077" y="6274"/>
                        <a:pt x="27419" y="8188"/>
                        <a:pt x="26006" y="9466"/>
                      </a:cubicBezTo>
                      <a:cubicBezTo>
                        <a:pt x="19417" y="12440"/>
                        <a:pt x="11945" y="12808"/>
                        <a:pt x="5096" y="10496"/>
                      </a:cubicBezTo>
                      <a:cubicBezTo>
                        <a:pt x="11170" y="6614"/>
                        <a:pt x="17954" y="3975"/>
                        <a:pt x="25055" y="2734"/>
                      </a:cubicBezTo>
                      <a:close/>
                    </a:path>
                  </a:pathLst>
                </a:custGeom>
                <a:solidFill>
                  <a:srgbClr val="FFEE40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7" name="Freeform: Shape 146">
                  <a:extLst>
                    <a:ext uri="{FF2B5EF4-FFF2-40B4-BE49-F238E27FC236}">
                      <a16:creationId xmlns:a16="http://schemas.microsoft.com/office/drawing/2014/main" id="{DA292765-FAF1-3489-C8C9-4BA7DA885C62}"/>
                    </a:ext>
                  </a:extLst>
                </p:cNvPr>
                <p:cNvSpPr/>
                <p:nvPr/>
              </p:nvSpPr>
              <p:spPr>
                <a:xfrm>
                  <a:off x="1003788" y="7116705"/>
                  <a:ext cx="18461" cy="26567"/>
                </a:xfrm>
                <a:custGeom>
                  <a:avLst/>
                  <a:gdLst>
                    <a:gd name="csX0" fmla="*/ 1824 w 18461"/>
                    <a:gd name="csY0" fmla="*/ 26455 h 26567"/>
                    <a:gd name="csX1" fmla="*/ 2458 w 18461"/>
                    <a:gd name="csY1" fmla="*/ 26455 h 26567"/>
                    <a:gd name="csX2" fmla="*/ 18298 w 18461"/>
                    <a:gd name="csY2" fmla="*/ 3723 h 26567"/>
                    <a:gd name="csX3" fmla="*/ 13784 w 18461"/>
                    <a:gd name="csY3" fmla="*/ 80 h 26567"/>
                    <a:gd name="csX4" fmla="*/ 7923 w 18461"/>
                    <a:gd name="csY4" fmla="*/ 1823 h 26567"/>
                    <a:gd name="csX5" fmla="*/ 2 w 18461"/>
                    <a:gd name="csY5" fmla="*/ 25108 h 26567"/>
                    <a:gd name="csX6" fmla="*/ 715 w 18461"/>
                    <a:gd name="csY6" fmla="*/ 26376 h 26567"/>
                    <a:gd name="csX7" fmla="*/ 1824 w 18461"/>
                    <a:gd name="csY7" fmla="*/ 26455 h 26567"/>
                    <a:gd name="csX8" fmla="*/ 13150 w 18461"/>
                    <a:gd name="csY8" fmla="*/ 2694 h 26567"/>
                    <a:gd name="csX9" fmla="*/ 13784 w 18461"/>
                    <a:gd name="csY9" fmla="*/ 2694 h 26567"/>
                    <a:gd name="csX10" fmla="*/ 15843 w 18461"/>
                    <a:gd name="csY10" fmla="*/ 4040 h 26567"/>
                    <a:gd name="csX11" fmla="*/ 3487 w 18461"/>
                    <a:gd name="csY11" fmla="*/ 22257 h 26567"/>
                    <a:gd name="csX12" fmla="*/ 9982 w 18461"/>
                    <a:gd name="csY12" fmla="*/ 3803 h 26567"/>
                    <a:gd name="csX13" fmla="*/ 13150 w 18461"/>
                    <a:gd name="csY13" fmla="*/ 2615 h 2656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</a:cxnLst>
                  <a:rect l="l" t="t" r="r" b="b"/>
                  <a:pathLst>
                    <a:path w="18461" h="26567">
                      <a:moveTo>
                        <a:pt x="1824" y="26455"/>
                      </a:moveTo>
                      <a:cubicBezTo>
                        <a:pt x="2028" y="26534"/>
                        <a:pt x="2254" y="26534"/>
                        <a:pt x="2458" y="26455"/>
                      </a:cubicBezTo>
                      <a:cubicBezTo>
                        <a:pt x="8477" y="23128"/>
                        <a:pt x="19962" y="10614"/>
                        <a:pt x="18298" y="3723"/>
                      </a:cubicBezTo>
                      <a:cubicBezTo>
                        <a:pt x="17821" y="1609"/>
                        <a:pt x="15952" y="100"/>
                        <a:pt x="13784" y="80"/>
                      </a:cubicBezTo>
                      <a:cubicBezTo>
                        <a:pt x="11668" y="-238"/>
                        <a:pt x="9521" y="401"/>
                        <a:pt x="7923" y="1823"/>
                      </a:cubicBezTo>
                      <a:cubicBezTo>
                        <a:pt x="1190" y="7446"/>
                        <a:pt x="2" y="24395"/>
                        <a:pt x="2" y="25108"/>
                      </a:cubicBezTo>
                      <a:cubicBezTo>
                        <a:pt x="-28" y="25634"/>
                        <a:pt x="250" y="26129"/>
                        <a:pt x="715" y="26376"/>
                      </a:cubicBezTo>
                      <a:cubicBezTo>
                        <a:pt x="1044" y="26599"/>
                        <a:pt x="1467" y="26629"/>
                        <a:pt x="1824" y="26455"/>
                      </a:cubicBezTo>
                      <a:close/>
                      <a:moveTo>
                        <a:pt x="13150" y="2694"/>
                      </a:moveTo>
                      <a:lnTo>
                        <a:pt x="13784" y="2694"/>
                      </a:lnTo>
                      <a:cubicBezTo>
                        <a:pt x="15605" y="2694"/>
                        <a:pt x="15764" y="3723"/>
                        <a:pt x="15843" y="4040"/>
                      </a:cubicBezTo>
                      <a:cubicBezTo>
                        <a:pt x="16635" y="7921"/>
                        <a:pt x="9427" y="17663"/>
                        <a:pt x="3487" y="22257"/>
                      </a:cubicBezTo>
                      <a:cubicBezTo>
                        <a:pt x="3709" y="15585"/>
                        <a:pt x="5976" y="9143"/>
                        <a:pt x="9982" y="3803"/>
                      </a:cubicBezTo>
                      <a:cubicBezTo>
                        <a:pt x="10856" y="3031"/>
                        <a:pt x="11984" y="2609"/>
                        <a:pt x="13150" y="2615"/>
                      </a:cubicBezTo>
                      <a:close/>
                    </a:path>
                  </a:pathLst>
                </a:custGeom>
                <a:solidFill>
                  <a:srgbClr val="FFEE40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8" name="Freeform: Shape 147">
                  <a:extLst>
                    <a:ext uri="{FF2B5EF4-FFF2-40B4-BE49-F238E27FC236}">
                      <a16:creationId xmlns:a16="http://schemas.microsoft.com/office/drawing/2014/main" id="{09CF5F81-6B22-3245-885A-13D5300AFC31}"/>
                    </a:ext>
                  </a:extLst>
                </p:cNvPr>
                <p:cNvSpPr/>
                <p:nvPr/>
              </p:nvSpPr>
              <p:spPr>
                <a:xfrm>
                  <a:off x="1354792" y="7130317"/>
                  <a:ext cx="36379" cy="14997"/>
                </a:xfrm>
                <a:custGeom>
                  <a:avLst/>
                  <a:gdLst>
                    <a:gd name="csX0" fmla="*/ 19672 w 36379"/>
                    <a:gd name="csY0" fmla="*/ 14902 h 14997"/>
                    <a:gd name="csX1" fmla="*/ 33929 w 36379"/>
                    <a:gd name="csY1" fmla="*/ 11338 h 14997"/>
                    <a:gd name="csX2" fmla="*/ 36305 w 36379"/>
                    <a:gd name="csY2" fmla="*/ 4526 h 14997"/>
                    <a:gd name="csX3" fmla="*/ 33929 w 36379"/>
                    <a:gd name="csY3" fmla="*/ 804 h 14997"/>
                    <a:gd name="csX4" fmla="*/ 743 w 36379"/>
                    <a:gd name="csY4" fmla="*/ 10229 h 14997"/>
                    <a:gd name="csX5" fmla="*/ 30 w 36379"/>
                    <a:gd name="csY5" fmla="*/ 11655 h 14997"/>
                    <a:gd name="csX6" fmla="*/ 1139 w 36379"/>
                    <a:gd name="csY6" fmla="*/ 12843 h 14997"/>
                    <a:gd name="csX7" fmla="*/ 19672 w 36379"/>
                    <a:gd name="csY7" fmla="*/ 14902 h 14997"/>
                    <a:gd name="csX8" fmla="*/ 30048 w 36379"/>
                    <a:gd name="csY8" fmla="*/ 2784 h 14997"/>
                    <a:gd name="csX9" fmla="*/ 32662 w 36379"/>
                    <a:gd name="csY9" fmla="*/ 3259 h 14997"/>
                    <a:gd name="csX10" fmla="*/ 33533 w 36379"/>
                    <a:gd name="csY10" fmla="*/ 4764 h 14997"/>
                    <a:gd name="csX11" fmla="*/ 32028 w 36379"/>
                    <a:gd name="csY11" fmla="*/ 9279 h 14997"/>
                    <a:gd name="csX12" fmla="*/ 5732 w 36379"/>
                    <a:gd name="csY12" fmla="*/ 10863 h 14997"/>
                    <a:gd name="csX13" fmla="*/ 30048 w 36379"/>
                    <a:gd name="csY13" fmla="*/ 2784 h 1499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</a:cxnLst>
                  <a:rect l="l" t="t" r="r" b="b"/>
                  <a:pathLst>
                    <a:path w="36379" h="14997">
                      <a:moveTo>
                        <a:pt x="19672" y="14902"/>
                      </a:moveTo>
                      <a:cubicBezTo>
                        <a:pt x="24691" y="15369"/>
                        <a:pt x="29720" y="14112"/>
                        <a:pt x="33929" y="11338"/>
                      </a:cubicBezTo>
                      <a:cubicBezTo>
                        <a:pt x="35769" y="9581"/>
                        <a:pt x="36653" y="7047"/>
                        <a:pt x="36305" y="4526"/>
                      </a:cubicBezTo>
                      <a:cubicBezTo>
                        <a:pt x="36215" y="2957"/>
                        <a:pt x="35315" y="1546"/>
                        <a:pt x="33929" y="804"/>
                      </a:cubicBezTo>
                      <a:cubicBezTo>
                        <a:pt x="26721" y="-3156"/>
                        <a:pt x="3356" y="8724"/>
                        <a:pt x="743" y="10229"/>
                      </a:cubicBezTo>
                      <a:cubicBezTo>
                        <a:pt x="198" y="10477"/>
                        <a:pt x="-99" y="11071"/>
                        <a:pt x="30" y="11655"/>
                      </a:cubicBezTo>
                      <a:cubicBezTo>
                        <a:pt x="115" y="12243"/>
                        <a:pt x="557" y="12717"/>
                        <a:pt x="1139" y="12843"/>
                      </a:cubicBezTo>
                      <a:cubicBezTo>
                        <a:pt x="7242" y="14082"/>
                        <a:pt x="13445" y="14771"/>
                        <a:pt x="19672" y="14902"/>
                      </a:cubicBezTo>
                      <a:close/>
                      <a:moveTo>
                        <a:pt x="30048" y="2784"/>
                      </a:moveTo>
                      <a:cubicBezTo>
                        <a:pt x="30944" y="2743"/>
                        <a:pt x="31837" y="2906"/>
                        <a:pt x="32662" y="3259"/>
                      </a:cubicBezTo>
                      <a:cubicBezTo>
                        <a:pt x="33199" y="3570"/>
                        <a:pt x="33531" y="4143"/>
                        <a:pt x="33533" y="4764"/>
                      </a:cubicBezTo>
                      <a:cubicBezTo>
                        <a:pt x="33813" y="6426"/>
                        <a:pt x="33249" y="8117"/>
                        <a:pt x="32028" y="9279"/>
                      </a:cubicBezTo>
                      <a:cubicBezTo>
                        <a:pt x="28464" y="12447"/>
                        <a:pt x="18801" y="13001"/>
                        <a:pt x="5732" y="10863"/>
                      </a:cubicBezTo>
                      <a:cubicBezTo>
                        <a:pt x="13319" y="6805"/>
                        <a:pt x="21542" y="4073"/>
                        <a:pt x="30048" y="2784"/>
                      </a:cubicBezTo>
                      <a:close/>
                    </a:path>
                  </a:pathLst>
                </a:custGeom>
                <a:solidFill>
                  <a:srgbClr val="FFEE40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9" name="Freeform: Shape 148">
                  <a:extLst>
                    <a:ext uri="{FF2B5EF4-FFF2-40B4-BE49-F238E27FC236}">
                      <a16:creationId xmlns:a16="http://schemas.microsoft.com/office/drawing/2014/main" id="{95D80139-F3C2-22F8-72D2-063AD37BF82B}"/>
                    </a:ext>
                  </a:extLst>
                </p:cNvPr>
                <p:cNvSpPr/>
                <p:nvPr/>
              </p:nvSpPr>
              <p:spPr>
                <a:xfrm>
                  <a:off x="1354505" y="7116587"/>
                  <a:ext cx="21862" cy="26603"/>
                </a:xfrm>
                <a:custGeom>
                  <a:avLst/>
                  <a:gdLst>
                    <a:gd name="csX0" fmla="*/ 1663 w 21862"/>
                    <a:gd name="csY0" fmla="*/ 26573 h 26603"/>
                    <a:gd name="csX1" fmla="*/ 2297 w 21862"/>
                    <a:gd name="csY1" fmla="*/ 26573 h 26603"/>
                    <a:gd name="csX2" fmla="*/ 21781 w 21862"/>
                    <a:gd name="csY2" fmla="*/ 4000 h 26603"/>
                    <a:gd name="csX3" fmla="*/ 16554 w 21862"/>
                    <a:gd name="csY3" fmla="*/ 119 h 26603"/>
                    <a:gd name="csX4" fmla="*/ 8633 w 21862"/>
                    <a:gd name="csY4" fmla="*/ 2495 h 26603"/>
                    <a:gd name="csX5" fmla="*/ 0 w 21862"/>
                    <a:gd name="csY5" fmla="*/ 25148 h 26603"/>
                    <a:gd name="csX6" fmla="*/ 634 w 21862"/>
                    <a:gd name="csY6" fmla="*/ 26415 h 26603"/>
                    <a:gd name="csX7" fmla="*/ 1663 w 21862"/>
                    <a:gd name="csY7" fmla="*/ 26573 h 26603"/>
                    <a:gd name="csX8" fmla="*/ 15445 w 21862"/>
                    <a:gd name="csY8" fmla="*/ 2812 h 26603"/>
                    <a:gd name="csX9" fmla="*/ 16316 w 21862"/>
                    <a:gd name="csY9" fmla="*/ 2812 h 26603"/>
                    <a:gd name="csX10" fmla="*/ 19088 w 21862"/>
                    <a:gd name="csY10" fmla="*/ 4317 h 26603"/>
                    <a:gd name="csX11" fmla="*/ 3247 w 21862"/>
                    <a:gd name="csY11" fmla="*/ 22692 h 26603"/>
                    <a:gd name="csX12" fmla="*/ 10613 w 21862"/>
                    <a:gd name="csY12" fmla="*/ 4555 h 26603"/>
                    <a:gd name="csX13" fmla="*/ 15445 w 21862"/>
                    <a:gd name="csY13" fmla="*/ 2733 h 2660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</a:cxnLst>
                  <a:rect l="l" t="t" r="r" b="b"/>
                  <a:pathLst>
                    <a:path w="21862" h="26603">
                      <a:moveTo>
                        <a:pt x="1663" y="26573"/>
                      </a:moveTo>
                      <a:lnTo>
                        <a:pt x="2297" y="26573"/>
                      </a:lnTo>
                      <a:cubicBezTo>
                        <a:pt x="9267" y="23326"/>
                        <a:pt x="23048" y="10733"/>
                        <a:pt x="21781" y="4000"/>
                      </a:cubicBezTo>
                      <a:cubicBezTo>
                        <a:pt x="21781" y="2416"/>
                        <a:pt x="20355" y="436"/>
                        <a:pt x="16554" y="119"/>
                      </a:cubicBezTo>
                      <a:cubicBezTo>
                        <a:pt x="13689" y="-339"/>
                        <a:pt x="10772" y="536"/>
                        <a:pt x="8633" y="2495"/>
                      </a:cubicBezTo>
                      <a:cubicBezTo>
                        <a:pt x="1267" y="8594"/>
                        <a:pt x="79" y="24435"/>
                        <a:pt x="0" y="25148"/>
                      </a:cubicBezTo>
                      <a:cubicBezTo>
                        <a:pt x="12" y="25644"/>
                        <a:pt x="244" y="26108"/>
                        <a:pt x="634" y="26415"/>
                      </a:cubicBezTo>
                      <a:cubicBezTo>
                        <a:pt x="947" y="26589"/>
                        <a:pt x="1312" y="26645"/>
                        <a:pt x="1663" y="26573"/>
                      </a:cubicBezTo>
                      <a:close/>
                      <a:moveTo>
                        <a:pt x="15445" y="2812"/>
                      </a:moveTo>
                      <a:lnTo>
                        <a:pt x="16316" y="2812"/>
                      </a:lnTo>
                      <a:cubicBezTo>
                        <a:pt x="18851" y="2812"/>
                        <a:pt x="19009" y="4000"/>
                        <a:pt x="19088" y="4317"/>
                      </a:cubicBezTo>
                      <a:cubicBezTo>
                        <a:pt x="19801" y="8357"/>
                        <a:pt x="10455" y="18336"/>
                        <a:pt x="3247" y="22692"/>
                      </a:cubicBezTo>
                      <a:cubicBezTo>
                        <a:pt x="3726" y="16021"/>
                        <a:pt x="6305" y="9672"/>
                        <a:pt x="10613" y="4555"/>
                      </a:cubicBezTo>
                      <a:cubicBezTo>
                        <a:pt x="11947" y="3378"/>
                        <a:pt x="13666" y="2730"/>
                        <a:pt x="15445" y="2733"/>
                      </a:cubicBezTo>
                      <a:close/>
                    </a:path>
                  </a:pathLst>
                </a:custGeom>
                <a:solidFill>
                  <a:srgbClr val="FFEE40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50" name="Graphic 28">
                <a:extLst>
                  <a:ext uri="{FF2B5EF4-FFF2-40B4-BE49-F238E27FC236}">
                    <a16:creationId xmlns:a16="http://schemas.microsoft.com/office/drawing/2014/main" id="{307757B9-E7DB-1B82-4933-7321DBFFE285}"/>
                  </a:ext>
                </a:extLst>
              </p:cNvPr>
              <p:cNvGrpSpPr/>
              <p:nvPr/>
            </p:nvGrpSpPr>
            <p:grpSpPr>
              <a:xfrm>
                <a:off x="1518056" y="5025725"/>
                <a:ext cx="1199010" cy="1417040"/>
                <a:chOff x="1518056" y="5025725"/>
                <a:chExt cx="1199010" cy="1417040"/>
              </a:xfrm>
            </p:grpSpPr>
            <p:sp>
              <p:nvSpPr>
                <p:cNvPr id="151" name="Rectangle 150">
                  <a:extLst>
                    <a:ext uri="{FF2B5EF4-FFF2-40B4-BE49-F238E27FC236}">
                      <a16:creationId xmlns:a16="http://schemas.microsoft.com/office/drawing/2014/main" id="{98B85288-B761-81A3-B69F-B44A63C5D3AE}"/>
                    </a:ext>
                  </a:extLst>
                </p:cNvPr>
                <p:cNvSpPr/>
                <p:nvPr/>
              </p:nvSpPr>
              <p:spPr>
                <a:xfrm>
                  <a:off x="2351998" y="5025725"/>
                  <a:ext cx="36988" cy="7920"/>
                </a:xfrm>
                <a:prstGeom prst="rect">
                  <a:avLst/>
                </a:prstGeom>
                <a:solidFill>
                  <a:srgbClr val="FFEE40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2" name="Rectangle 151">
                  <a:extLst>
                    <a:ext uri="{FF2B5EF4-FFF2-40B4-BE49-F238E27FC236}">
                      <a16:creationId xmlns:a16="http://schemas.microsoft.com/office/drawing/2014/main" id="{BD9774C7-CFE4-34FC-7647-A763842A9198}"/>
                    </a:ext>
                  </a:extLst>
                </p:cNvPr>
                <p:cNvSpPr/>
                <p:nvPr/>
              </p:nvSpPr>
              <p:spPr>
                <a:xfrm>
                  <a:off x="2166582" y="5025725"/>
                  <a:ext cx="152467" cy="7920"/>
                </a:xfrm>
                <a:prstGeom prst="rect">
                  <a:avLst/>
                </a:prstGeom>
                <a:solidFill>
                  <a:srgbClr val="FFEE40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3" name="Freeform: Shape 152">
                  <a:extLst>
                    <a:ext uri="{FF2B5EF4-FFF2-40B4-BE49-F238E27FC236}">
                      <a16:creationId xmlns:a16="http://schemas.microsoft.com/office/drawing/2014/main" id="{404B73A7-E871-5971-0EED-0BE92ABAA708}"/>
                    </a:ext>
                  </a:extLst>
                </p:cNvPr>
                <p:cNvSpPr/>
                <p:nvPr/>
              </p:nvSpPr>
              <p:spPr>
                <a:xfrm>
                  <a:off x="1518056" y="5053443"/>
                  <a:ext cx="1199010" cy="1389322"/>
                </a:xfrm>
                <a:custGeom>
                  <a:avLst/>
                  <a:gdLst>
                    <a:gd name="csX0" fmla="*/ 1126125 w 1199010"/>
                    <a:gd name="csY0" fmla="*/ 1389318 h 1389322"/>
                    <a:gd name="csX1" fmla="*/ 168471 w 1199010"/>
                    <a:gd name="csY1" fmla="*/ 1389318 h 1389322"/>
                    <a:gd name="csX2" fmla="*/ 84991 w 1199010"/>
                    <a:gd name="csY2" fmla="*/ 1311223 h 1389322"/>
                    <a:gd name="csX3" fmla="*/ 242 w 1199010"/>
                    <a:gd name="csY3" fmla="*/ 78098 h 1389322"/>
                    <a:gd name="csX4" fmla="*/ 66373 w 1199010"/>
                    <a:gd name="csY4" fmla="*/ 238 h 1389322"/>
                    <a:gd name="csX5" fmla="*/ 72951 w 1199010"/>
                    <a:gd name="csY5" fmla="*/ 4 h 1389322"/>
                    <a:gd name="csX6" fmla="*/ 1030526 w 1199010"/>
                    <a:gd name="csY6" fmla="*/ 4 h 1389322"/>
                    <a:gd name="csX7" fmla="*/ 1114006 w 1199010"/>
                    <a:gd name="csY7" fmla="*/ 78098 h 1389322"/>
                    <a:gd name="csX8" fmla="*/ 1198755 w 1199010"/>
                    <a:gd name="csY8" fmla="*/ 1311223 h 1389322"/>
                    <a:gd name="csX9" fmla="*/ 1132955 w 1199010"/>
                    <a:gd name="csY9" fmla="*/ 1389070 h 1389322"/>
                    <a:gd name="csX10" fmla="*/ 1126125 w 1199010"/>
                    <a:gd name="csY10" fmla="*/ 1389318 h 138932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1199010" h="1389322">
                      <a:moveTo>
                        <a:pt x="1126125" y="1389318"/>
                      </a:moveTo>
                      <a:lnTo>
                        <a:pt x="168471" y="1389318"/>
                      </a:lnTo>
                      <a:cubicBezTo>
                        <a:pt x="124738" y="1388540"/>
                        <a:pt x="88679" y="1354808"/>
                        <a:pt x="84991" y="1311223"/>
                      </a:cubicBezTo>
                      <a:lnTo>
                        <a:pt x="242" y="78098"/>
                      </a:lnTo>
                      <a:cubicBezTo>
                        <a:pt x="-2997" y="38337"/>
                        <a:pt x="26611" y="3477"/>
                        <a:pt x="66373" y="238"/>
                      </a:cubicBezTo>
                      <a:cubicBezTo>
                        <a:pt x="68561" y="60"/>
                        <a:pt x="70756" y="-18"/>
                        <a:pt x="72951" y="4"/>
                      </a:cubicBezTo>
                      <a:lnTo>
                        <a:pt x="1030526" y="4"/>
                      </a:lnTo>
                      <a:cubicBezTo>
                        <a:pt x="1074289" y="709"/>
                        <a:pt x="1110388" y="34479"/>
                        <a:pt x="1114006" y="78098"/>
                      </a:cubicBezTo>
                      <a:lnTo>
                        <a:pt x="1198755" y="1311223"/>
                      </a:lnTo>
                      <a:cubicBezTo>
                        <a:pt x="1202082" y="1350890"/>
                        <a:pt x="1172622" y="1385743"/>
                        <a:pt x="1132955" y="1389070"/>
                      </a:cubicBezTo>
                      <a:cubicBezTo>
                        <a:pt x="1130684" y="1389261"/>
                        <a:pt x="1128404" y="1389343"/>
                        <a:pt x="1126125" y="1389318"/>
                      </a:cubicBezTo>
                      <a:close/>
                    </a:path>
                  </a:pathLst>
                </a:custGeom>
                <a:solidFill>
                  <a:srgbClr val="FFEE40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" name="Freeform: Shape 153">
                  <a:extLst>
                    <a:ext uri="{FF2B5EF4-FFF2-40B4-BE49-F238E27FC236}">
                      <a16:creationId xmlns:a16="http://schemas.microsoft.com/office/drawing/2014/main" id="{F396807B-9B17-CA95-A895-C0415D0B6926}"/>
                    </a:ext>
                  </a:extLst>
                </p:cNvPr>
                <p:cNvSpPr/>
                <p:nvPr/>
              </p:nvSpPr>
              <p:spPr>
                <a:xfrm>
                  <a:off x="1544104" y="5079500"/>
                  <a:ext cx="1146742" cy="1337206"/>
                </a:xfrm>
                <a:custGeom>
                  <a:avLst/>
                  <a:gdLst>
                    <a:gd name="csX0" fmla="*/ 140602 w 1146742"/>
                    <a:gd name="csY0" fmla="*/ 1337203 h 1337206"/>
                    <a:gd name="csX1" fmla="*/ 85159 w 1146742"/>
                    <a:gd name="csY1" fmla="*/ 1285166 h 1337206"/>
                    <a:gd name="csX2" fmla="*/ 173 w 1146742"/>
                    <a:gd name="csY2" fmla="*/ 52041 h 1337206"/>
                    <a:gd name="csX3" fmla="*/ 43957 w 1146742"/>
                    <a:gd name="csY3" fmla="*/ 171 h 1337206"/>
                    <a:gd name="csX4" fmla="*/ 48646 w 1146742"/>
                    <a:gd name="csY4" fmla="*/ 4 h 1337206"/>
                    <a:gd name="csX5" fmla="*/ 1006300 w 1146742"/>
                    <a:gd name="csY5" fmla="*/ 4 h 1337206"/>
                    <a:gd name="csX6" fmla="*/ 1061742 w 1146742"/>
                    <a:gd name="csY6" fmla="*/ 52041 h 1337206"/>
                    <a:gd name="csX7" fmla="*/ 1146569 w 1146742"/>
                    <a:gd name="csY7" fmla="*/ 1285166 h 1337206"/>
                    <a:gd name="csX8" fmla="*/ 1102786 w 1146742"/>
                    <a:gd name="csY8" fmla="*/ 1337036 h 1337206"/>
                    <a:gd name="csX9" fmla="*/ 1098097 w 1146742"/>
                    <a:gd name="csY9" fmla="*/ 1337203 h 133720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1146742" h="1337206">
                      <a:moveTo>
                        <a:pt x="140602" y="1337203"/>
                      </a:moveTo>
                      <a:cubicBezTo>
                        <a:pt x="111492" y="1336687"/>
                        <a:pt x="87516" y="1314184"/>
                        <a:pt x="85159" y="1285166"/>
                      </a:cubicBezTo>
                      <a:lnTo>
                        <a:pt x="173" y="52041"/>
                      </a:lnTo>
                      <a:cubicBezTo>
                        <a:pt x="-2060" y="25627"/>
                        <a:pt x="17542" y="2404"/>
                        <a:pt x="43957" y="171"/>
                      </a:cubicBezTo>
                      <a:cubicBezTo>
                        <a:pt x="45516" y="39"/>
                        <a:pt x="47081" y="-17"/>
                        <a:pt x="48646" y="4"/>
                      </a:cubicBezTo>
                      <a:lnTo>
                        <a:pt x="1006300" y="4"/>
                      </a:lnTo>
                      <a:cubicBezTo>
                        <a:pt x="1035394" y="556"/>
                        <a:pt x="1059350" y="23040"/>
                        <a:pt x="1061742" y="52041"/>
                      </a:cubicBezTo>
                      <a:lnTo>
                        <a:pt x="1146569" y="1285166"/>
                      </a:lnTo>
                      <a:cubicBezTo>
                        <a:pt x="1148803" y="1311580"/>
                        <a:pt x="1129200" y="1334803"/>
                        <a:pt x="1102786" y="1337036"/>
                      </a:cubicBezTo>
                      <a:cubicBezTo>
                        <a:pt x="1101227" y="1337168"/>
                        <a:pt x="1099662" y="1337224"/>
                        <a:pt x="1098097" y="133720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155" name="Graphic 28">
                  <a:extLst>
                    <a:ext uri="{FF2B5EF4-FFF2-40B4-BE49-F238E27FC236}">
                      <a16:creationId xmlns:a16="http://schemas.microsoft.com/office/drawing/2014/main" id="{AB82C47D-6533-1022-13BD-C695C85F857B}"/>
                    </a:ext>
                  </a:extLst>
                </p:cNvPr>
                <p:cNvGrpSpPr/>
                <p:nvPr/>
              </p:nvGrpSpPr>
              <p:grpSpPr>
                <a:xfrm>
                  <a:off x="1606690" y="5213201"/>
                  <a:ext cx="983157" cy="476727"/>
                  <a:chOff x="1606690" y="5213201"/>
                  <a:chExt cx="983157" cy="476727"/>
                </a:xfrm>
                <a:solidFill>
                  <a:srgbClr val="FFEE40"/>
                </a:solidFill>
              </p:grpSpPr>
              <p:sp>
                <p:nvSpPr>
                  <p:cNvPr id="156" name="Freeform: Shape 155">
                    <a:extLst>
                      <a:ext uri="{FF2B5EF4-FFF2-40B4-BE49-F238E27FC236}">
                        <a16:creationId xmlns:a16="http://schemas.microsoft.com/office/drawing/2014/main" id="{B0325AD7-FAF2-F47F-4945-604329FE8980}"/>
                      </a:ext>
                    </a:extLst>
                  </p:cNvPr>
                  <p:cNvSpPr/>
                  <p:nvPr/>
                </p:nvSpPr>
                <p:spPr>
                  <a:xfrm>
                    <a:off x="1686448" y="5213201"/>
                    <a:ext cx="903398" cy="476727"/>
                  </a:xfrm>
                  <a:custGeom>
                    <a:avLst/>
                    <a:gdLst>
                      <a:gd name="csX0" fmla="*/ 903399 w 903398"/>
                      <a:gd name="csY0" fmla="*/ 476728 h 476727"/>
                      <a:gd name="csX1" fmla="*/ 32711 w 903398"/>
                      <a:gd name="csY1" fmla="*/ 476728 h 476727"/>
                      <a:gd name="csX2" fmla="*/ 0 w 903398"/>
                      <a:gd name="csY2" fmla="*/ 0 h 476727"/>
                      <a:gd name="csX3" fmla="*/ 870608 w 903398"/>
                      <a:gd name="csY3" fmla="*/ 0 h 476727"/>
                      <a:gd name="csX4" fmla="*/ 38810 w 903398"/>
                      <a:gd name="csY4" fmla="*/ 470233 h 476727"/>
                      <a:gd name="csX5" fmla="*/ 896429 w 903398"/>
                      <a:gd name="csY5" fmla="*/ 470233 h 476727"/>
                      <a:gd name="csX6" fmla="*/ 864747 w 903398"/>
                      <a:gd name="csY6" fmla="*/ 6495 h 476727"/>
                      <a:gd name="csX7" fmla="*/ 6891 w 903398"/>
                      <a:gd name="csY7" fmla="*/ 6495 h 47672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</a:cxnLst>
                    <a:rect l="l" t="t" r="r" b="b"/>
                    <a:pathLst>
                      <a:path w="903398" h="476727">
                        <a:moveTo>
                          <a:pt x="903399" y="476728"/>
                        </a:moveTo>
                        <a:lnTo>
                          <a:pt x="32711" y="476728"/>
                        </a:lnTo>
                        <a:lnTo>
                          <a:pt x="0" y="0"/>
                        </a:lnTo>
                        <a:lnTo>
                          <a:pt x="870608" y="0"/>
                        </a:lnTo>
                        <a:close/>
                        <a:moveTo>
                          <a:pt x="38810" y="470233"/>
                        </a:moveTo>
                        <a:lnTo>
                          <a:pt x="896429" y="470233"/>
                        </a:lnTo>
                        <a:lnTo>
                          <a:pt x="864747" y="6495"/>
                        </a:lnTo>
                        <a:lnTo>
                          <a:pt x="6891" y="6495"/>
                        </a:lnTo>
                        <a:close/>
                      </a:path>
                    </a:pathLst>
                  </a:custGeom>
                  <a:solidFill>
                    <a:srgbClr val="FFEE40"/>
                  </a:solidFill>
                  <a:ln w="7906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7" name="Freeform: Shape 156">
                    <a:extLst>
                      <a:ext uri="{FF2B5EF4-FFF2-40B4-BE49-F238E27FC236}">
                        <a16:creationId xmlns:a16="http://schemas.microsoft.com/office/drawing/2014/main" id="{1AD4964F-EA8D-75E5-04BB-5BC390E8D75E}"/>
                      </a:ext>
                    </a:extLst>
                  </p:cNvPr>
                  <p:cNvSpPr/>
                  <p:nvPr/>
                </p:nvSpPr>
                <p:spPr>
                  <a:xfrm>
                    <a:off x="1694290" y="5280366"/>
                    <a:ext cx="864588" cy="6494"/>
                  </a:xfrm>
                  <a:custGeom>
                    <a:avLst/>
                    <a:gdLst>
                      <a:gd name="csX0" fmla="*/ 864589 w 864588"/>
                      <a:gd name="csY0" fmla="*/ 6495 h 6494"/>
                      <a:gd name="csX1" fmla="*/ 475 w 864588"/>
                      <a:gd name="csY1" fmla="*/ 6495 h 6494"/>
                      <a:gd name="csX2" fmla="*/ 0 w 864588"/>
                      <a:gd name="csY2" fmla="*/ 0 h 6494"/>
                      <a:gd name="csX3" fmla="*/ 864114 w 864588"/>
                      <a:gd name="csY3" fmla="*/ 0 h 6494"/>
                      <a:gd name="csX4" fmla="*/ 864589 w 864588"/>
                      <a:gd name="csY4" fmla="*/ 6495 h 649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864588" h="6494">
                        <a:moveTo>
                          <a:pt x="864589" y="6495"/>
                        </a:moveTo>
                        <a:lnTo>
                          <a:pt x="475" y="6495"/>
                        </a:lnTo>
                        <a:lnTo>
                          <a:pt x="0" y="0"/>
                        </a:lnTo>
                        <a:lnTo>
                          <a:pt x="864114" y="0"/>
                        </a:lnTo>
                        <a:lnTo>
                          <a:pt x="864589" y="6495"/>
                        </a:lnTo>
                        <a:close/>
                      </a:path>
                    </a:pathLst>
                  </a:custGeom>
                  <a:solidFill>
                    <a:srgbClr val="FFEE40"/>
                  </a:solidFill>
                  <a:ln w="7906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8" name="Freeform: Shape 157">
                    <a:extLst>
                      <a:ext uri="{FF2B5EF4-FFF2-40B4-BE49-F238E27FC236}">
                        <a16:creationId xmlns:a16="http://schemas.microsoft.com/office/drawing/2014/main" id="{177357DE-1AE7-3DE7-74A7-FC96710E98FF}"/>
                      </a:ext>
                    </a:extLst>
                  </p:cNvPr>
                  <p:cNvSpPr/>
                  <p:nvPr/>
                </p:nvSpPr>
                <p:spPr>
                  <a:xfrm>
                    <a:off x="1698883" y="5347530"/>
                    <a:ext cx="864588" cy="6494"/>
                  </a:xfrm>
                  <a:custGeom>
                    <a:avLst/>
                    <a:gdLst>
                      <a:gd name="csX0" fmla="*/ 864589 w 864588"/>
                      <a:gd name="csY0" fmla="*/ 6495 h 6494"/>
                      <a:gd name="csX1" fmla="*/ 475 w 864588"/>
                      <a:gd name="csY1" fmla="*/ 6495 h 6494"/>
                      <a:gd name="csX2" fmla="*/ 0 w 864588"/>
                      <a:gd name="csY2" fmla="*/ 0 h 6494"/>
                      <a:gd name="csX3" fmla="*/ 864193 w 864588"/>
                      <a:gd name="csY3" fmla="*/ 0 h 6494"/>
                      <a:gd name="csX4" fmla="*/ 864589 w 864588"/>
                      <a:gd name="csY4" fmla="*/ 6495 h 649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864588" h="6494">
                        <a:moveTo>
                          <a:pt x="864589" y="6495"/>
                        </a:moveTo>
                        <a:lnTo>
                          <a:pt x="475" y="6495"/>
                        </a:lnTo>
                        <a:lnTo>
                          <a:pt x="0" y="0"/>
                        </a:lnTo>
                        <a:lnTo>
                          <a:pt x="864193" y="0"/>
                        </a:lnTo>
                        <a:lnTo>
                          <a:pt x="864589" y="6495"/>
                        </a:lnTo>
                        <a:close/>
                      </a:path>
                    </a:pathLst>
                  </a:custGeom>
                  <a:solidFill>
                    <a:srgbClr val="FFEE40"/>
                  </a:solidFill>
                  <a:ln w="7906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9" name="Freeform: Shape 158">
                    <a:extLst>
                      <a:ext uri="{FF2B5EF4-FFF2-40B4-BE49-F238E27FC236}">
                        <a16:creationId xmlns:a16="http://schemas.microsoft.com/office/drawing/2014/main" id="{52832869-9030-4765-6B0E-166AF5D1C33E}"/>
                      </a:ext>
                    </a:extLst>
                  </p:cNvPr>
                  <p:cNvSpPr/>
                  <p:nvPr/>
                </p:nvSpPr>
                <p:spPr>
                  <a:xfrm>
                    <a:off x="1703477" y="5414695"/>
                    <a:ext cx="864667" cy="6573"/>
                  </a:xfrm>
                  <a:custGeom>
                    <a:avLst/>
                    <a:gdLst>
                      <a:gd name="csX0" fmla="*/ 864668 w 864667"/>
                      <a:gd name="csY0" fmla="*/ 6574 h 6573"/>
                      <a:gd name="csX1" fmla="*/ 475 w 864667"/>
                      <a:gd name="csY1" fmla="*/ 6574 h 6573"/>
                      <a:gd name="csX2" fmla="*/ 0 w 864667"/>
                      <a:gd name="csY2" fmla="*/ 0 h 6573"/>
                      <a:gd name="csX3" fmla="*/ 864193 w 864667"/>
                      <a:gd name="csY3" fmla="*/ 0 h 6573"/>
                      <a:gd name="csX4" fmla="*/ 864668 w 864667"/>
                      <a:gd name="csY4" fmla="*/ 6574 h 657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864667" h="6573">
                        <a:moveTo>
                          <a:pt x="864668" y="6574"/>
                        </a:moveTo>
                        <a:lnTo>
                          <a:pt x="475" y="6574"/>
                        </a:lnTo>
                        <a:lnTo>
                          <a:pt x="0" y="0"/>
                        </a:lnTo>
                        <a:lnTo>
                          <a:pt x="864193" y="0"/>
                        </a:lnTo>
                        <a:lnTo>
                          <a:pt x="864668" y="6574"/>
                        </a:lnTo>
                        <a:close/>
                      </a:path>
                    </a:pathLst>
                  </a:custGeom>
                  <a:solidFill>
                    <a:srgbClr val="FFEE40"/>
                  </a:solidFill>
                  <a:ln w="7906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0" name="Freeform: Shape 159">
                    <a:extLst>
                      <a:ext uri="{FF2B5EF4-FFF2-40B4-BE49-F238E27FC236}">
                        <a16:creationId xmlns:a16="http://schemas.microsoft.com/office/drawing/2014/main" id="{E0953613-7FC7-E307-0F64-9AEB2D3E0200}"/>
                      </a:ext>
                    </a:extLst>
                  </p:cNvPr>
                  <p:cNvSpPr/>
                  <p:nvPr/>
                </p:nvSpPr>
                <p:spPr>
                  <a:xfrm>
                    <a:off x="1708150" y="5481860"/>
                    <a:ext cx="864588" cy="6573"/>
                  </a:xfrm>
                  <a:custGeom>
                    <a:avLst/>
                    <a:gdLst>
                      <a:gd name="csX0" fmla="*/ 864589 w 864588"/>
                      <a:gd name="csY0" fmla="*/ 6574 h 6573"/>
                      <a:gd name="csX1" fmla="*/ 475 w 864588"/>
                      <a:gd name="csY1" fmla="*/ 6574 h 6573"/>
                      <a:gd name="csX2" fmla="*/ 0 w 864588"/>
                      <a:gd name="csY2" fmla="*/ 0 h 6573"/>
                      <a:gd name="csX3" fmla="*/ 864114 w 864588"/>
                      <a:gd name="csY3" fmla="*/ 0 h 6573"/>
                      <a:gd name="csX4" fmla="*/ 864589 w 864588"/>
                      <a:gd name="csY4" fmla="*/ 6574 h 657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864588" h="6573">
                        <a:moveTo>
                          <a:pt x="864589" y="6574"/>
                        </a:moveTo>
                        <a:lnTo>
                          <a:pt x="475" y="6574"/>
                        </a:lnTo>
                        <a:lnTo>
                          <a:pt x="0" y="0"/>
                        </a:lnTo>
                        <a:lnTo>
                          <a:pt x="864114" y="0"/>
                        </a:lnTo>
                        <a:lnTo>
                          <a:pt x="864589" y="6574"/>
                        </a:lnTo>
                        <a:close/>
                      </a:path>
                    </a:pathLst>
                  </a:custGeom>
                  <a:solidFill>
                    <a:srgbClr val="FFEE40"/>
                  </a:solidFill>
                  <a:ln w="7906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1" name="Freeform: Shape 160">
                    <a:extLst>
                      <a:ext uri="{FF2B5EF4-FFF2-40B4-BE49-F238E27FC236}">
                        <a16:creationId xmlns:a16="http://schemas.microsoft.com/office/drawing/2014/main" id="{15926560-2645-F820-E268-6771E1CE5CCE}"/>
                      </a:ext>
                    </a:extLst>
                  </p:cNvPr>
                  <p:cNvSpPr/>
                  <p:nvPr/>
                </p:nvSpPr>
                <p:spPr>
                  <a:xfrm>
                    <a:off x="1712744" y="5549104"/>
                    <a:ext cx="864588" cy="6494"/>
                  </a:xfrm>
                  <a:custGeom>
                    <a:avLst/>
                    <a:gdLst>
                      <a:gd name="csX0" fmla="*/ 864589 w 864588"/>
                      <a:gd name="csY0" fmla="*/ 6495 h 6494"/>
                      <a:gd name="csX1" fmla="*/ 475 w 864588"/>
                      <a:gd name="csY1" fmla="*/ 6495 h 6494"/>
                      <a:gd name="csX2" fmla="*/ 0 w 864588"/>
                      <a:gd name="csY2" fmla="*/ 0 h 6494"/>
                      <a:gd name="csX3" fmla="*/ 864193 w 864588"/>
                      <a:gd name="csY3" fmla="*/ 0 h 6494"/>
                      <a:gd name="csX4" fmla="*/ 864589 w 864588"/>
                      <a:gd name="csY4" fmla="*/ 6495 h 649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864588" h="6494">
                        <a:moveTo>
                          <a:pt x="864589" y="6495"/>
                        </a:moveTo>
                        <a:lnTo>
                          <a:pt x="475" y="6495"/>
                        </a:lnTo>
                        <a:lnTo>
                          <a:pt x="0" y="0"/>
                        </a:lnTo>
                        <a:lnTo>
                          <a:pt x="864193" y="0"/>
                        </a:lnTo>
                        <a:lnTo>
                          <a:pt x="864589" y="6495"/>
                        </a:lnTo>
                        <a:close/>
                      </a:path>
                    </a:pathLst>
                  </a:custGeom>
                  <a:solidFill>
                    <a:srgbClr val="FFEE40"/>
                  </a:solidFill>
                  <a:ln w="7906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" name="Freeform: Shape 161">
                    <a:extLst>
                      <a:ext uri="{FF2B5EF4-FFF2-40B4-BE49-F238E27FC236}">
                        <a16:creationId xmlns:a16="http://schemas.microsoft.com/office/drawing/2014/main" id="{5C3C2B4E-4CA9-0D2D-E73F-4D30144E512F}"/>
                      </a:ext>
                    </a:extLst>
                  </p:cNvPr>
                  <p:cNvSpPr/>
                  <p:nvPr/>
                </p:nvSpPr>
                <p:spPr>
                  <a:xfrm>
                    <a:off x="1717338" y="5616269"/>
                    <a:ext cx="864667" cy="6494"/>
                  </a:xfrm>
                  <a:custGeom>
                    <a:avLst/>
                    <a:gdLst>
                      <a:gd name="csX0" fmla="*/ 864668 w 864667"/>
                      <a:gd name="csY0" fmla="*/ 6495 h 6494"/>
                      <a:gd name="csX1" fmla="*/ 475 w 864667"/>
                      <a:gd name="csY1" fmla="*/ 6495 h 6494"/>
                      <a:gd name="csX2" fmla="*/ 0 w 864667"/>
                      <a:gd name="csY2" fmla="*/ 0 h 6494"/>
                      <a:gd name="csX3" fmla="*/ 864193 w 864667"/>
                      <a:gd name="csY3" fmla="*/ 0 h 6494"/>
                      <a:gd name="csX4" fmla="*/ 864668 w 864667"/>
                      <a:gd name="csY4" fmla="*/ 6495 h 649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864667" h="6494">
                        <a:moveTo>
                          <a:pt x="864668" y="6495"/>
                        </a:moveTo>
                        <a:lnTo>
                          <a:pt x="475" y="6495"/>
                        </a:lnTo>
                        <a:lnTo>
                          <a:pt x="0" y="0"/>
                        </a:lnTo>
                        <a:lnTo>
                          <a:pt x="864193" y="0"/>
                        </a:lnTo>
                        <a:lnTo>
                          <a:pt x="864668" y="6495"/>
                        </a:lnTo>
                        <a:close/>
                      </a:path>
                    </a:pathLst>
                  </a:custGeom>
                  <a:solidFill>
                    <a:srgbClr val="FFEE40"/>
                  </a:solidFill>
                  <a:ln w="7906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" name="Freeform: Shape 162">
                    <a:extLst>
                      <a:ext uri="{FF2B5EF4-FFF2-40B4-BE49-F238E27FC236}">
                        <a16:creationId xmlns:a16="http://schemas.microsoft.com/office/drawing/2014/main" id="{D849E817-3949-3A20-7D02-C8B90C077C38}"/>
                      </a:ext>
                    </a:extLst>
                  </p:cNvPr>
                  <p:cNvSpPr/>
                  <p:nvPr/>
                </p:nvSpPr>
                <p:spPr>
                  <a:xfrm>
                    <a:off x="1606690" y="5246783"/>
                    <a:ext cx="67323" cy="6494"/>
                  </a:xfrm>
                  <a:custGeom>
                    <a:avLst/>
                    <a:gdLst>
                      <a:gd name="csX0" fmla="*/ 67323 w 67323"/>
                      <a:gd name="csY0" fmla="*/ 6495 h 6494"/>
                      <a:gd name="csX1" fmla="*/ 475 w 67323"/>
                      <a:gd name="csY1" fmla="*/ 6495 h 6494"/>
                      <a:gd name="csX2" fmla="*/ 0 w 67323"/>
                      <a:gd name="csY2" fmla="*/ 0 h 6494"/>
                      <a:gd name="csX3" fmla="*/ 66848 w 67323"/>
                      <a:gd name="csY3" fmla="*/ 0 h 6494"/>
                      <a:gd name="csX4" fmla="*/ 67323 w 67323"/>
                      <a:gd name="csY4" fmla="*/ 6495 h 649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67323" h="6494">
                        <a:moveTo>
                          <a:pt x="67323" y="6495"/>
                        </a:moveTo>
                        <a:lnTo>
                          <a:pt x="475" y="6495"/>
                        </a:lnTo>
                        <a:lnTo>
                          <a:pt x="0" y="0"/>
                        </a:lnTo>
                        <a:lnTo>
                          <a:pt x="66848" y="0"/>
                        </a:lnTo>
                        <a:lnTo>
                          <a:pt x="67323" y="6495"/>
                        </a:lnTo>
                        <a:close/>
                      </a:path>
                    </a:pathLst>
                  </a:custGeom>
                  <a:solidFill>
                    <a:srgbClr val="FFEE40"/>
                  </a:solidFill>
                  <a:ln w="7906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" name="Freeform: Shape 163">
                    <a:extLst>
                      <a:ext uri="{FF2B5EF4-FFF2-40B4-BE49-F238E27FC236}">
                        <a16:creationId xmlns:a16="http://schemas.microsoft.com/office/drawing/2014/main" id="{C47B6AFD-5FF6-7AF5-A2FE-7A2A0F174CE1}"/>
                      </a:ext>
                    </a:extLst>
                  </p:cNvPr>
                  <p:cNvSpPr/>
                  <p:nvPr/>
                </p:nvSpPr>
                <p:spPr>
                  <a:xfrm>
                    <a:off x="1611284" y="5313948"/>
                    <a:ext cx="67323" cy="6494"/>
                  </a:xfrm>
                  <a:custGeom>
                    <a:avLst/>
                    <a:gdLst>
                      <a:gd name="csX0" fmla="*/ 67323 w 67323"/>
                      <a:gd name="csY0" fmla="*/ 6495 h 6494"/>
                      <a:gd name="csX1" fmla="*/ 475 w 67323"/>
                      <a:gd name="csY1" fmla="*/ 6495 h 6494"/>
                      <a:gd name="csX2" fmla="*/ 0 w 67323"/>
                      <a:gd name="csY2" fmla="*/ 0 h 6494"/>
                      <a:gd name="csX3" fmla="*/ 66927 w 67323"/>
                      <a:gd name="csY3" fmla="*/ 0 h 6494"/>
                      <a:gd name="csX4" fmla="*/ 67323 w 67323"/>
                      <a:gd name="csY4" fmla="*/ 6495 h 649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67323" h="6494">
                        <a:moveTo>
                          <a:pt x="67323" y="6495"/>
                        </a:moveTo>
                        <a:lnTo>
                          <a:pt x="475" y="6495"/>
                        </a:lnTo>
                        <a:lnTo>
                          <a:pt x="0" y="0"/>
                        </a:lnTo>
                        <a:lnTo>
                          <a:pt x="66927" y="0"/>
                        </a:lnTo>
                        <a:lnTo>
                          <a:pt x="67323" y="6495"/>
                        </a:lnTo>
                        <a:close/>
                      </a:path>
                    </a:pathLst>
                  </a:custGeom>
                  <a:solidFill>
                    <a:srgbClr val="FFEE40"/>
                  </a:solidFill>
                  <a:ln w="7906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5" name="Freeform: Shape 164">
                    <a:extLst>
                      <a:ext uri="{FF2B5EF4-FFF2-40B4-BE49-F238E27FC236}">
                        <a16:creationId xmlns:a16="http://schemas.microsoft.com/office/drawing/2014/main" id="{C4E0CF6F-4BEF-F165-C08A-09E4E9F0A714}"/>
                      </a:ext>
                    </a:extLst>
                  </p:cNvPr>
                  <p:cNvSpPr/>
                  <p:nvPr/>
                </p:nvSpPr>
                <p:spPr>
                  <a:xfrm>
                    <a:off x="1615957" y="5381113"/>
                    <a:ext cx="67243" cy="6494"/>
                  </a:xfrm>
                  <a:custGeom>
                    <a:avLst/>
                    <a:gdLst>
                      <a:gd name="csX0" fmla="*/ 67244 w 67243"/>
                      <a:gd name="csY0" fmla="*/ 6495 h 6494"/>
                      <a:gd name="csX1" fmla="*/ 396 w 67243"/>
                      <a:gd name="csY1" fmla="*/ 6495 h 6494"/>
                      <a:gd name="csX2" fmla="*/ 0 w 67243"/>
                      <a:gd name="csY2" fmla="*/ 0 h 6494"/>
                      <a:gd name="csX3" fmla="*/ 66848 w 67243"/>
                      <a:gd name="csY3" fmla="*/ 0 h 6494"/>
                      <a:gd name="csX4" fmla="*/ 67244 w 67243"/>
                      <a:gd name="csY4" fmla="*/ 6495 h 649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67243" h="6494">
                        <a:moveTo>
                          <a:pt x="67244" y="6495"/>
                        </a:moveTo>
                        <a:lnTo>
                          <a:pt x="396" y="6495"/>
                        </a:lnTo>
                        <a:lnTo>
                          <a:pt x="0" y="0"/>
                        </a:lnTo>
                        <a:lnTo>
                          <a:pt x="66848" y="0"/>
                        </a:lnTo>
                        <a:lnTo>
                          <a:pt x="67244" y="6495"/>
                        </a:lnTo>
                        <a:close/>
                      </a:path>
                    </a:pathLst>
                  </a:custGeom>
                  <a:solidFill>
                    <a:srgbClr val="FFEE40"/>
                  </a:solidFill>
                  <a:ln w="7906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6" name="Freeform: Shape 165">
                    <a:extLst>
                      <a:ext uri="{FF2B5EF4-FFF2-40B4-BE49-F238E27FC236}">
                        <a16:creationId xmlns:a16="http://schemas.microsoft.com/office/drawing/2014/main" id="{714459A2-AAE6-4477-66DE-215D335A7E21}"/>
                      </a:ext>
                    </a:extLst>
                  </p:cNvPr>
                  <p:cNvSpPr/>
                  <p:nvPr/>
                </p:nvSpPr>
                <p:spPr>
                  <a:xfrm>
                    <a:off x="1620551" y="5448278"/>
                    <a:ext cx="67323" cy="6573"/>
                  </a:xfrm>
                  <a:custGeom>
                    <a:avLst/>
                    <a:gdLst>
                      <a:gd name="csX0" fmla="*/ 67323 w 67323"/>
                      <a:gd name="csY0" fmla="*/ 6574 h 6573"/>
                      <a:gd name="csX1" fmla="*/ 475 w 67323"/>
                      <a:gd name="csY1" fmla="*/ 6574 h 6573"/>
                      <a:gd name="csX2" fmla="*/ 0 w 67323"/>
                      <a:gd name="csY2" fmla="*/ 0 h 6573"/>
                      <a:gd name="csX3" fmla="*/ 66848 w 67323"/>
                      <a:gd name="csY3" fmla="*/ 0 h 6573"/>
                      <a:gd name="csX4" fmla="*/ 67323 w 67323"/>
                      <a:gd name="csY4" fmla="*/ 6574 h 657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67323" h="6573">
                        <a:moveTo>
                          <a:pt x="67323" y="6574"/>
                        </a:moveTo>
                        <a:lnTo>
                          <a:pt x="475" y="6574"/>
                        </a:lnTo>
                        <a:lnTo>
                          <a:pt x="0" y="0"/>
                        </a:lnTo>
                        <a:lnTo>
                          <a:pt x="66848" y="0"/>
                        </a:lnTo>
                        <a:lnTo>
                          <a:pt x="67323" y="6574"/>
                        </a:lnTo>
                        <a:close/>
                      </a:path>
                    </a:pathLst>
                  </a:custGeom>
                  <a:solidFill>
                    <a:srgbClr val="FFEE40"/>
                  </a:solidFill>
                  <a:ln w="7906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7" name="Freeform: Shape 166">
                    <a:extLst>
                      <a:ext uri="{FF2B5EF4-FFF2-40B4-BE49-F238E27FC236}">
                        <a16:creationId xmlns:a16="http://schemas.microsoft.com/office/drawing/2014/main" id="{588514EE-37CD-F267-5CF7-7EDFB6824AD4}"/>
                      </a:ext>
                    </a:extLst>
                  </p:cNvPr>
                  <p:cNvSpPr/>
                  <p:nvPr/>
                </p:nvSpPr>
                <p:spPr>
                  <a:xfrm>
                    <a:off x="1625145" y="5515522"/>
                    <a:ext cx="67323" cy="6494"/>
                  </a:xfrm>
                  <a:custGeom>
                    <a:avLst/>
                    <a:gdLst>
                      <a:gd name="csX0" fmla="*/ 67323 w 67323"/>
                      <a:gd name="csY0" fmla="*/ 6495 h 6494"/>
                      <a:gd name="csX1" fmla="*/ 475 w 67323"/>
                      <a:gd name="csY1" fmla="*/ 6495 h 6494"/>
                      <a:gd name="csX2" fmla="*/ 0 w 67323"/>
                      <a:gd name="csY2" fmla="*/ 0 h 6494"/>
                      <a:gd name="csX3" fmla="*/ 66927 w 67323"/>
                      <a:gd name="csY3" fmla="*/ 0 h 6494"/>
                      <a:gd name="csX4" fmla="*/ 67323 w 67323"/>
                      <a:gd name="csY4" fmla="*/ 6495 h 649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67323" h="6494">
                        <a:moveTo>
                          <a:pt x="67323" y="6495"/>
                        </a:moveTo>
                        <a:lnTo>
                          <a:pt x="475" y="6495"/>
                        </a:lnTo>
                        <a:lnTo>
                          <a:pt x="0" y="0"/>
                        </a:lnTo>
                        <a:lnTo>
                          <a:pt x="66927" y="0"/>
                        </a:lnTo>
                        <a:lnTo>
                          <a:pt x="67323" y="6495"/>
                        </a:lnTo>
                        <a:close/>
                      </a:path>
                    </a:pathLst>
                  </a:custGeom>
                  <a:solidFill>
                    <a:srgbClr val="FFEE40"/>
                  </a:solidFill>
                  <a:ln w="7906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8" name="Freeform: Shape 167">
                    <a:extLst>
                      <a:ext uri="{FF2B5EF4-FFF2-40B4-BE49-F238E27FC236}">
                        <a16:creationId xmlns:a16="http://schemas.microsoft.com/office/drawing/2014/main" id="{1D782615-9317-A7C1-971E-A7DFE559A329}"/>
                      </a:ext>
                    </a:extLst>
                  </p:cNvPr>
                  <p:cNvSpPr/>
                  <p:nvPr/>
                </p:nvSpPr>
                <p:spPr>
                  <a:xfrm>
                    <a:off x="1629818" y="5582686"/>
                    <a:ext cx="67243" cy="6494"/>
                  </a:xfrm>
                  <a:custGeom>
                    <a:avLst/>
                    <a:gdLst>
                      <a:gd name="csX0" fmla="*/ 67244 w 67243"/>
                      <a:gd name="csY0" fmla="*/ 6495 h 6494"/>
                      <a:gd name="csX1" fmla="*/ 396 w 67243"/>
                      <a:gd name="csY1" fmla="*/ 6495 h 6494"/>
                      <a:gd name="csX2" fmla="*/ 0 w 67243"/>
                      <a:gd name="csY2" fmla="*/ 0 h 6494"/>
                      <a:gd name="csX3" fmla="*/ 66848 w 67243"/>
                      <a:gd name="csY3" fmla="*/ 0 h 6494"/>
                      <a:gd name="csX4" fmla="*/ 67244 w 67243"/>
                      <a:gd name="csY4" fmla="*/ 6495 h 649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67243" h="6494">
                        <a:moveTo>
                          <a:pt x="67244" y="6495"/>
                        </a:moveTo>
                        <a:lnTo>
                          <a:pt x="396" y="6495"/>
                        </a:lnTo>
                        <a:lnTo>
                          <a:pt x="0" y="0"/>
                        </a:lnTo>
                        <a:lnTo>
                          <a:pt x="66848" y="0"/>
                        </a:lnTo>
                        <a:lnTo>
                          <a:pt x="67244" y="6495"/>
                        </a:lnTo>
                        <a:close/>
                      </a:path>
                    </a:pathLst>
                  </a:custGeom>
                  <a:solidFill>
                    <a:srgbClr val="FFEE40"/>
                  </a:solidFill>
                  <a:ln w="7906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9" name="Freeform: Shape 168">
                    <a:extLst>
                      <a:ext uri="{FF2B5EF4-FFF2-40B4-BE49-F238E27FC236}">
                        <a16:creationId xmlns:a16="http://schemas.microsoft.com/office/drawing/2014/main" id="{4812AB32-E34D-6A72-64B1-55DC973F37B2}"/>
                      </a:ext>
                    </a:extLst>
                  </p:cNvPr>
                  <p:cNvSpPr/>
                  <p:nvPr/>
                </p:nvSpPr>
                <p:spPr>
                  <a:xfrm>
                    <a:off x="1634411" y="5649851"/>
                    <a:ext cx="67323" cy="6494"/>
                  </a:xfrm>
                  <a:custGeom>
                    <a:avLst/>
                    <a:gdLst>
                      <a:gd name="csX0" fmla="*/ 67323 w 67323"/>
                      <a:gd name="csY0" fmla="*/ 6495 h 6494"/>
                      <a:gd name="csX1" fmla="*/ 475 w 67323"/>
                      <a:gd name="csY1" fmla="*/ 6495 h 6494"/>
                      <a:gd name="csX2" fmla="*/ 0 w 67323"/>
                      <a:gd name="csY2" fmla="*/ 0 h 6494"/>
                      <a:gd name="csX3" fmla="*/ 66848 w 67323"/>
                      <a:gd name="csY3" fmla="*/ 0 h 6494"/>
                      <a:gd name="csX4" fmla="*/ 67323 w 67323"/>
                      <a:gd name="csY4" fmla="*/ 6495 h 649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67323" h="6494">
                        <a:moveTo>
                          <a:pt x="67323" y="6495"/>
                        </a:moveTo>
                        <a:lnTo>
                          <a:pt x="475" y="6495"/>
                        </a:lnTo>
                        <a:lnTo>
                          <a:pt x="0" y="0"/>
                        </a:lnTo>
                        <a:lnTo>
                          <a:pt x="66848" y="0"/>
                        </a:lnTo>
                        <a:lnTo>
                          <a:pt x="67323" y="6495"/>
                        </a:lnTo>
                        <a:close/>
                      </a:path>
                    </a:pathLst>
                  </a:custGeom>
                  <a:solidFill>
                    <a:srgbClr val="FFEE40"/>
                  </a:solidFill>
                  <a:ln w="7906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70" name="Freeform: Shape 169">
                  <a:extLst>
                    <a:ext uri="{FF2B5EF4-FFF2-40B4-BE49-F238E27FC236}">
                      <a16:creationId xmlns:a16="http://schemas.microsoft.com/office/drawing/2014/main" id="{5BAAC41C-D7BE-C5DB-51BC-F98526DA0346}"/>
                    </a:ext>
                  </a:extLst>
                </p:cNvPr>
                <p:cNvSpPr/>
                <p:nvPr/>
              </p:nvSpPr>
              <p:spPr>
                <a:xfrm>
                  <a:off x="1720427" y="5314265"/>
                  <a:ext cx="824115" cy="375188"/>
                </a:xfrm>
                <a:custGeom>
                  <a:avLst/>
                  <a:gdLst>
                    <a:gd name="csX0" fmla="*/ 3643 w 824115"/>
                    <a:gd name="csY0" fmla="*/ 375189 h 375188"/>
                    <a:gd name="csX1" fmla="*/ 0 w 824115"/>
                    <a:gd name="csY1" fmla="*/ 369565 h 375188"/>
                    <a:gd name="csX2" fmla="*/ 103044 w 824115"/>
                    <a:gd name="csY2" fmla="*/ 307232 h 375188"/>
                    <a:gd name="csX3" fmla="*/ 134963 w 824115"/>
                    <a:gd name="csY3" fmla="*/ 275313 h 375188"/>
                    <a:gd name="csX4" fmla="*/ 205296 w 824115"/>
                    <a:gd name="csY4" fmla="*/ 213296 h 375188"/>
                    <a:gd name="csX5" fmla="*/ 278085 w 824115"/>
                    <a:gd name="csY5" fmla="*/ 240463 h 375188"/>
                    <a:gd name="csX6" fmla="*/ 351823 w 824115"/>
                    <a:gd name="csY6" fmla="*/ 117380 h 375188"/>
                    <a:gd name="csX7" fmla="*/ 453600 w 824115"/>
                    <a:gd name="csY7" fmla="*/ 144072 h 375188"/>
                    <a:gd name="csX8" fmla="*/ 584207 w 824115"/>
                    <a:gd name="csY8" fmla="*/ 57898 h 375188"/>
                    <a:gd name="csX9" fmla="*/ 649551 w 824115"/>
                    <a:gd name="csY9" fmla="*/ 85461 h 375188"/>
                    <a:gd name="csX10" fmla="*/ 820868 w 824115"/>
                    <a:gd name="csY10" fmla="*/ 0 h 375188"/>
                    <a:gd name="csX11" fmla="*/ 824116 w 824115"/>
                    <a:gd name="csY11" fmla="*/ 5861 h 375188"/>
                    <a:gd name="csX12" fmla="*/ 650184 w 824115"/>
                    <a:gd name="csY12" fmla="*/ 92589 h 375188"/>
                    <a:gd name="csX13" fmla="*/ 585237 w 824115"/>
                    <a:gd name="csY13" fmla="*/ 65264 h 375188"/>
                    <a:gd name="csX14" fmla="*/ 455105 w 824115"/>
                    <a:gd name="csY14" fmla="*/ 151121 h 375188"/>
                    <a:gd name="csX15" fmla="*/ 355229 w 824115"/>
                    <a:gd name="csY15" fmla="*/ 124825 h 375188"/>
                    <a:gd name="csX16" fmla="*/ 281174 w 824115"/>
                    <a:gd name="csY16" fmla="*/ 248462 h 375188"/>
                    <a:gd name="csX17" fmla="*/ 207039 w 824115"/>
                    <a:gd name="csY17" fmla="*/ 220741 h 375188"/>
                    <a:gd name="csX18" fmla="*/ 139557 w 824115"/>
                    <a:gd name="csY18" fmla="*/ 280223 h 375188"/>
                    <a:gd name="csX19" fmla="*/ 107004 w 824115"/>
                    <a:gd name="csY19" fmla="*/ 312697 h 375188"/>
                    <a:gd name="csX20" fmla="*/ 3643 w 824115"/>
                    <a:gd name="csY20" fmla="*/ 375189 h 37518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</a:cxnLst>
                  <a:rect l="l" t="t" r="r" b="b"/>
                  <a:pathLst>
                    <a:path w="824115" h="375188">
                      <a:moveTo>
                        <a:pt x="3643" y="375189"/>
                      </a:moveTo>
                      <a:lnTo>
                        <a:pt x="0" y="369565"/>
                      </a:lnTo>
                      <a:lnTo>
                        <a:pt x="103044" y="307232"/>
                      </a:lnTo>
                      <a:lnTo>
                        <a:pt x="134963" y="275313"/>
                      </a:lnTo>
                      <a:lnTo>
                        <a:pt x="205296" y="213296"/>
                      </a:lnTo>
                      <a:lnTo>
                        <a:pt x="278085" y="240463"/>
                      </a:lnTo>
                      <a:lnTo>
                        <a:pt x="351823" y="117380"/>
                      </a:lnTo>
                      <a:lnTo>
                        <a:pt x="453600" y="144072"/>
                      </a:lnTo>
                      <a:lnTo>
                        <a:pt x="584207" y="57898"/>
                      </a:lnTo>
                      <a:lnTo>
                        <a:pt x="649551" y="85461"/>
                      </a:lnTo>
                      <a:lnTo>
                        <a:pt x="820868" y="0"/>
                      </a:lnTo>
                      <a:lnTo>
                        <a:pt x="824116" y="5861"/>
                      </a:lnTo>
                      <a:lnTo>
                        <a:pt x="650184" y="92589"/>
                      </a:lnTo>
                      <a:lnTo>
                        <a:pt x="585237" y="65264"/>
                      </a:lnTo>
                      <a:lnTo>
                        <a:pt x="455105" y="151121"/>
                      </a:lnTo>
                      <a:lnTo>
                        <a:pt x="355229" y="124825"/>
                      </a:lnTo>
                      <a:lnTo>
                        <a:pt x="281174" y="248462"/>
                      </a:lnTo>
                      <a:lnTo>
                        <a:pt x="207039" y="220741"/>
                      </a:lnTo>
                      <a:lnTo>
                        <a:pt x="139557" y="280223"/>
                      </a:lnTo>
                      <a:lnTo>
                        <a:pt x="107004" y="312697"/>
                      </a:lnTo>
                      <a:lnTo>
                        <a:pt x="3643" y="375189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1" name="Freeform: Shape 170">
                  <a:extLst>
                    <a:ext uri="{FF2B5EF4-FFF2-40B4-BE49-F238E27FC236}">
                      <a16:creationId xmlns:a16="http://schemas.microsoft.com/office/drawing/2014/main" id="{48CF5508-EC57-E7A6-0860-392337A1F99F}"/>
                    </a:ext>
                  </a:extLst>
                </p:cNvPr>
                <p:cNvSpPr/>
                <p:nvPr/>
              </p:nvSpPr>
              <p:spPr>
                <a:xfrm>
                  <a:off x="1719714" y="5234665"/>
                  <a:ext cx="819997" cy="454233"/>
                </a:xfrm>
                <a:custGeom>
                  <a:avLst/>
                  <a:gdLst>
                    <a:gd name="csX0" fmla="*/ 4990 w 819997"/>
                    <a:gd name="csY0" fmla="*/ 454234 h 454233"/>
                    <a:gd name="csX1" fmla="*/ 0 w 819997"/>
                    <a:gd name="csY1" fmla="*/ 449798 h 454233"/>
                    <a:gd name="csX2" fmla="*/ 99559 w 819997"/>
                    <a:gd name="csY2" fmla="*/ 336616 h 454233"/>
                    <a:gd name="csX3" fmla="*/ 127993 w 819997"/>
                    <a:gd name="csY3" fmla="*/ 272144 h 454233"/>
                    <a:gd name="csX4" fmla="*/ 223830 w 819997"/>
                    <a:gd name="csY4" fmla="*/ 327349 h 454233"/>
                    <a:gd name="csX5" fmla="*/ 266838 w 819997"/>
                    <a:gd name="csY5" fmla="*/ 222246 h 454233"/>
                    <a:gd name="csX6" fmla="*/ 350081 w 819997"/>
                    <a:gd name="csY6" fmla="*/ 145735 h 454233"/>
                    <a:gd name="csX7" fmla="*/ 456056 w 819997"/>
                    <a:gd name="csY7" fmla="*/ 205455 h 454233"/>
                    <a:gd name="csX8" fmla="*/ 581277 w 819997"/>
                    <a:gd name="csY8" fmla="*/ 86174 h 454233"/>
                    <a:gd name="csX9" fmla="*/ 670619 w 819997"/>
                    <a:gd name="csY9" fmla="*/ 139319 h 454233"/>
                    <a:gd name="csX10" fmla="*/ 815324 w 819997"/>
                    <a:gd name="csY10" fmla="*/ 0 h 454233"/>
                    <a:gd name="csX11" fmla="*/ 819997 w 819997"/>
                    <a:gd name="csY11" fmla="*/ 4831 h 454233"/>
                    <a:gd name="csX12" fmla="*/ 671886 w 819997"/>
                    <a:gd name="csY12" fmla="*/ 147398 h 454233"/>
                    <a:gd name="csX13" fmla="*/ 582544 w 819997"/>
                    <a:gd name="csY13" fmla="*/ 94253 h 454233"/>
                    <a:gd name="csX14" fmla="*/ 457402 w 819997"/>
                    <a:gd name="csY14" fmla="*/ 213533 h 454233"/>
                    <a:gd name="csX15" fmla="*/ 351348 w 819997"/>
                    <a:gd name="csY15" fmla="*/ 153735 h 454233"/>
                    <a:gd name="csX16" fmla="*/ 271907 w 819997"/>
                    <a:gd name="csY16" fmla="*/ 226681 h 454233"/>
                    <a:gd name="csX17" fmla="*/ 227315 w 819997"/>
                    <a:gd name="csY17" fmla="*/ 336616 h 454233"/>
                    <a:gd name="csX18" fmla="*/ 131241 w 819997"/>
                    <a:gd name="csY18" fmla="*/ 281332 h 454233"/>
                    <a:gd name="csX19" fmla="*/ 104945 w 819997"/>
                    <a:gd name="csY19" fmla="*/ 340735 h 454233"/>
                    <a:gd name="csX20" fmla="*/ 4990 w 819997"/>
                    <a:gd name="csY20" fmla="*/ 454234 h 45423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</a:cxnLst>
                  <a:rect l="l" t="t" r="r" b="b"/>
                  <a:pathLst>
                    <a:path w="819997" h="454233">
                      <a:moveTo>
                        <a:pt x="4990" y="454234"/>
                      </a:moveTo>
                      <a:lnTo>
                        <a:pt x="0" y="449798"/>
                      </a:lnTo>
                      <a:lnTo>
                        <a:pt x="99559" y="336616"/>
                      </a:lnTo>
                      <a:lnTo>
                        <a:pt x="127993" y="272144"/>
                      </a:lnTo>
                      <a:lnTo>
                        <a:pt x="223830" y="327349"/>
                      </a:lnTo>
                      <a:lnTo>
                        <a:pt x="266838" y="222246"/>
                      </a:lnTo>
                      <a:lnTo>
                        <a:pt x="350081" y="145735"/>
                      </a:lnTo>
                      <a:lnTo>
                        <a:pt x="456056" y="205455"/>
                      </a:lnTo>
                      <a:lnTo>
                        <a:pt x="581277" y="86174"/>
                      </a:lnTo>
                      <a:lnTo>
                        <a:pt x="670619" y="139319"/>
                      </a:lnTo>
                      <a:lnTo>
                        <a:pt x="815324" y="0"/>
                      </a:lnTo>
                      <a:lnTo>
                        <a:pt x="819997" y="4831"/>
                      </a:lnTo>
                      <a:lnTo>
                        <a:pt x="671886" y="147398"/>
                      </a:lnTo>
                      <a:lnTo>
                        <a:pt x="582544" y="94253"/>
                      </a:lnTo>
                      <a:lnTo>
                        <a:pt x="457402" y="213533"/>
                      </a:lnTo>
                      <a:lnTo>
                        <a:pt x="351348" y="153735"/>
                      </a:lnTo>
                      <a:lnTo>
                        <a:pt x="271907" y="226681"/>
                      </a:lnTo>
                      <a:lnTo>
                        <a:pt x="227315" y="336616"/>
                      </a:lnTo>
                      <a:lnTo>
                        <a:pt x="131241" y="281332"/>
                      </a:lnTo>
                      <a:lnTo>
                        <a:pt x="104945" y="340735"/>
                      </a:lnTo>
                      <a:lnTo>
                        <a:pt x="4990" y="454234"/>
                      </a:lnTo>
                      <a:close/>
                    </a:path>
                  </a:pathLst>
                </a:custGeom>
                <a:solidFill>
                  <a:srgbClr val="FFEE40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2" name="Freeform: Shape 171">
                  <a:extLst>
                    <a:ext uri="{FF2B5EF4-FFF2-40B4-BE49-F238E27FC236}">
                      <a16:creationId xmlns:a16="http://schemas.microsoft.com/office/drawing/2014/main" id="{38347233-D6AE-9557-8734-0C1693FA7E49}"/>
                    </a:ext>
                  </a:extLst>
                </p:cNvPr>
                <p:cNvSpPr/>
                <p:nvPr/>
              </p:nvSpPr>
              <p:spPr>
                <a:xfrm>
                  <a:off x="1983859" y="5790834"/>
                  <a:ext cx="257293" cy="493202"/>
                </a:xfrm>
                <a:custGeom>
                  <a:avLst/>
                  <a:gdLst>
                    <a:gd name="csX0" fmla="*/ 0 w 257293"/>
                    <a:gd name="csY0" fmla="*/ 240780 h 493202"/>
                    <a:gd name="csX1" fmla="*/ 71283 w 257293"/>
                    <a:gd name="csY1" fmla="*/ 0 h 493202"/>
                    <a:gd name="csX2" fmla="*/ 256462 w 257293"/>
                    <a:gd name="csY2" fmla="*/ 240780 h 493202"/>
                    <a:gd name="csX3" fmla="*/ 62096 w 257293"/>
                    <a:gd name="csY3" fmla="*/ 493202 h 49320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57293" h="493202">
                      <a:moveTo>
                        <a:pt x="0" y="240780"/>
                      </a:moveTo>
                      <a:lnTo>
                        <a:pt x="71283" y="0"/>
                      </a:lnTo>
                      <a:cubicBezTo>
                        <a:pt x="174953" y="36909"/>
                        <a:pt x="247400" y="131109"/>
                        <a:pt x="256462" y="240780"/>
                      </a:cubicBezTo>
                      <a:cubicBezTo>
                        <a:pt x="266638" y="362505"/>
                        <a:pt x="182380" y="471931"/>
                        <a:pt x="62096" y="493202"/>
                      </a:cubicBezTo>
                      <a:close/>
                    </a:path>
                  </a:pathLst>
                </a:custGeom>
                <a:solidFill>
                  <a:srgbClr val="E0E0E0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3" name="Freeform: Shape 172">
                  <a:extLst>
                    <a:ext uri="{FF2B5EF4-FFF2-40B4-BE49-F238E27FC236}">
                      <a16:creationId xmlns:a16="http://schemas.microsoft.com/office/drawing/2014/main" id="{488E8C48-CFD6-755A-D716-BD4265FCCCD2}"/>
                    </a:ext>
                  </a:extLst>
                </p:cNvPr>
                <p:cNvSpPr/>
                <p:nvPr/>
              </p:nvSpPr>
              <p:spPr>
                <a:xfrm>
                  <a:off x="1726892" y="5775383"/>
                  <a:ext cx="328012" cy="512533"/>
                </a:xfrm>
                <a:custGeom>
                  <a:avLst/>
                  <a:gdLst>
                    <a:gd name="csX0" fmla="*/ 256967 w 328012"/>
                    <a:gd name="csY0" fmla="*/ 256230 h 512533"/>
                    <a:gd name="csX1" fmla="*/ 318825 w 328012"/>
                    <a:gd name="csY1" fmla="*/ 508653 h 512533"/>
                    <a:gd name="csX2" fmla="*/ 274550 w 328012"/>
                    <a:gd name="csY2" fmla="*/ 512534 h 512533"/>
                    <a:gd name="csX3" fmla="*/ 743 w 328012"/>
                    <a:gd name="csY3" fmla="*/ 256230 h 512533"/>
                    <a:gd name="csX4" fmla="*/ 219005 w 328012"/>
                    <a:gd name="csY4" fmla="*/ 731 h 512533"/>
                    <a:gd name="csX5" fmla="*/ 239304 w 328012"/>
                    <a:gd name="csY5" fmla="*/ 6 h 512533"/>
                    <a:gd name="csX6" fmla="*/ 328013 w 328012"/>
                    <a:gd name="csY6" fmla="*/ 15451 h 51253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</a:cxnLst>
                  <a:rect l="l" t="t" r="r" b="b"/>
                  <a:pathLst>
                    <a:path w="328012" h="512533">
                      <a:moveTo>
                        <a:pt x="256967" y="256230"/>
                      </a:moveTo>
                      <a:lnTo>
                        <a:pt x="318825" y="508653"/>
                      </a:lnTo>
                      <a:cubicBezTo>
                        <a:pt x="304207" y="511223"/>
                        <a:pt x="289393" y="512521"/>
                        <a:pt x="274550" y="512534"/>
                      </a:cubicBezTo>
                      <a:cubicBezTo>
                        <a:pt x="134043" y="512534"/>
                        <a:pt x="10405" y="396817"/>
                        <a:pt x="743" y="256230"/>
                      </a:cubicBezTo>
                      <a:cubicBezTo>
                        <a:pt x="-9540" y="125405"/>
                        <a:pt x="88179" y="11014"/>
                        <a:pt x="219005" y="731"/>
                      </a:cubicBezTo>
                      <a:cubicBezTo>
                        <a:pt x="225758" y="200"/>
                        <a:pt x="232531" y="-42"/>
                        <a:pt x="239304" y="6"/>
                      </a:cubicBezTo>
                      <a:cubicBezTo>
                        <a:pt x="269538" y="58"/>
                        <a:pt x="299540" y="5282"/>
                        <a:pt x="328013" y="15451"/>
                      </a:cubicBezTo>
                      <a:close/>
                    </a:path>
                  </a:pathLst>
                </a:custGeom>
                <a:solidFill>
                  <a:srgbClr val="FFEE40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" name="Freeform: Shape 173">
                  <a:extLst>
                    <a:ext uri="{FF2B5EF4-FFF2-40B4-BE49-F238E27FC236}">
                      <a16:creationId xmlns:a16="http://schemas.microsoft.com/office/drawing/2014/main" id="{C7E08185-CF43-8056-8B10-DC2513B02858}"/>
                    </a:ext>
                  </a:extLst>
                </p:cNvPr>
                <p:cNvSpPr/>
                <p:nvPr/>
              </p:nvSpPr>
              <p:spPr>
                <a:xfrm>
                  <a:off x="2339801" y="6010466"/>
                  <a:ext cx="95123" cy="277450"/>
                </a:xfrm>
                <a:custGeom>
                  <a:avLst/>
                  <a:gdLst>
                    <a:gd name="csX0" fmla="*/ 76036 w 95123"/>
                    <a:gd name="csY0" fmla="*/ 0 h 277450"/>
                    <a:gd name="csX1" fmla="*/ 0 w 95123"/>
                    <a:gd name="csY1" fmla="*/ 0 h 277450"/>
                    <a:gd name="csX2" fmla="*/ 19088 w 95123"/>
                    <a:gd name="csY2" fmla="*/ 277451 h 277450"/>
                    <a:gd name="csX3" fmla="*/ 95124 w 95123"/>
                    <a:gd name="csY3" fmla="*/ 277451 h 277450"/>
                    <a:gd name="csX4" fmla="*/ 76036 w 95123"/>
                    <a:gd name="csY4" fmla="*/ 0 h 2774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95123" h="277450">
                      <a:moveTo>
                        <a:pt x="76036" y="0"/>
                      </a:moveTo>
                      <a:lnTo>
                        <a:pt x="0" y="0"/>
                      </a:lnTo>
                      <a:lnTo>
                        <a:pt x="19088" y="277451"/>
                      </a:lnTo>
                      <a:lnTo>
                        <a:pt x="95124" y="277451"/>
                      </a:lnTo>
                      <a:lnTo>
                        <a:pt x="76036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5" name="Freeform: Shape 174">
                  <a:extLst>
                    <a:ext uri="{FF2B5EF4-FFF2-40B4-BE49-F238E27FC236}">
                      <a16:creationId xmlns:a16="http://schemas.microsoft.com/office/drawing/2014/main" id="{BFF92D38-8133-1030-A641-4606C03D4073}"/>
                    </a:ext>
                  </a:extLst>
                </p:cNvPr>
                <p:cNvSpPr/>
                <p:nvPr/>
              </p:nvSpPr>
              <p:spPr>
                <a:xfrm>
                  <a:off x="2328158" y="5841366"/>
                  <a:ext cx="87678" cy="169100"/>
                </a:xfrm>
                <a:custGeom>
                  <a:avLst/>
                  <a:gdLst>
                    <a:gd name="csX0" fmla="*/ 87679 w 87678"/>
                    <a:gd name="csY0" fmla="*/ 169100 h 169100"/>
                    <a:gd name="csX1" fmla="*/ 11643 w 87678"/>
                    <a:gd name="csY1" fmla="*/ 169100 h 169100"/>
                    <a:gd name="csX2" fmla="*/ 0 w 87678"/>
                    <a:gd name="csY2" fmla="*/ 0 h 169100"/>
                    <a:gd name="csX3" fmla="*/ 76036 w 87678"/>
                    <a:gd name="csY3" fmla="*/ 0 h 169100"/>
                    <a:gd name="csX4" fmla="*/ 87679 w 87678"/>
                    <a:gd name="csY4" fmla="*/ 169100 h 16910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87678" h="169100">
                      <a:moveTo>
                        <a:pt x="87679" y="169100"/>
                      </a:moveTo>
                      <a:lnTo>
                        <a:pt x="11643" y="169100"/>
                      </a:lnTo>
                      <a:lnTo>
                        <a:pt x="0" y="0"/>
                      </a:lnTo>
                      <a:lnTo>
                        <a:pt x="76036" y="0"/>
                      </a:lnTo>
                      <a:lnTo>
                        <a:pt x="87679" y="169100"/>
                      </a:lnTo>
                      <a:close/>
                    </a:path>
                  </a:pathLst>
                </a:custGeom>
                <a:solidFill>
                  <a:srgbClr val="FFEE40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6" name="Freeform: Shape 175">
                  <a:extLst>
                    <a:ext uri="{FF2B5EF4-FFF2-40B4-BE49-F238E27FC236}">
                      <a16:creationId xmlns:a16="http://schemas.microsoft.com/office/drawing/2014/main" id="{7EEB43EB-2F12-0FBF-D096-75050523E95E}"/>
                    </a:ext>
                  </a:extLst>
                </p:cNvPr>
                <p:cNvSpPr/>
                <p:nvPr/>
              </p:nvSpPr>
              <p:spPr>
                <a:xfrm>
                  <a:off x="2472625" y="6060998"/>
                  <a:ext cx="91638" cy="226918"/>
                </a:xfrm>
                <a:custGeom>
                  <a:avLst/>
                  <a:gdLst>
                    <a:gd name="csX0" fmla="*/ 76036 w 91638"/>
                    <a:gd name="csY0" fmla="*/ 0 h 226918"/>
                    <a:gd name="csX1" fmla="*/ 0 w 91638"/>
                    <a:gd name="csY1" fmla="*/ 0 h 226918"/>
                    <a:gd name="csX2" fmla="*/ 15603 w 91638"/>
                    <a:gd name="csY2" fmla="*/ 226919 h 226918"/>
                    <a:gd name="csX3" fmla="*/ 91639 w 91638"/>
                    <a:gd name="csY3" fmla="*/ 226919 h 226918"/>
                    <a:gd name="csX4" fmla="*/ 76036 w 91638"/>
                    <a:gd name="csY4" fmla="*/ 0 h 22691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91638" h="226918">
                      <a:moveTo>
                        <a:pt x="76036" y="0"/>
                      </a:moveTo>
                      <a:lnTo>
                        <a:pt x="0" y="0"/>
                      </a:lnTo>
                      <a:lnTo>
                        <a:pt x="15603" y="226919"/>
                      </a:lnTo>
                      <a:lnTo>
                        <a:pt x="91639" y="226919"/>
                      </a:lnTo>
                      <a:lnTo>
                        <a:pt x="76036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7" name="Freeform: Shape 176">
                  <a:extLst>
                    <a:ext uri="{FF2B5EF4-FFF2-40B4-BE49-F238E27FC236}">
                      <a16:creationId xmlns:a16="http://schemas.microsoft.com/office/drawing/2014/main" id="{1DFE3AB2-6CA3-04A2-4E39-4470427F118A}"/>
                    </a:ext>
                  </a:extLst>
                </p:cNvPr>
                <p:cNvSpPr/>
                <p:nvPr/>
              </p:nvSpPr>
              <p:spPr>
                <a:xfrm>
                  <a:off x="2465497" y="5957004"/>
                  <a:ext cx="83164" cy="103994"/>
                </a:xfrm>
                <a:custGeom>
                  <a:avLst/>
                  <a:gdLst>
                    <a:gd name="csX0" fmla="*/ 83164 w 83164"/>
                    <a:gd name="csY0" fmla="*/ 103995 h 103994"/>
                    <a:gd name="csX1" fmla="*/ 7128 w 83164"/>
                    <a:gd name="csY1" fmla="*/ 103995 h 103994"/>
                    <a:gd name="csX2" fmla="*/ 0 w 83164"/>
                    <a:gd name="csY2" fmla="*/ 0 h 103994"/>
                    <a:gd name="csX3" fmla="*/ 76036 w 83164"/>
                    <a:gd name="csY3" fmla="*/ 0 h 103994"/>
                    <a:gd name="csX4" fmla="*/ 83164 w 83164"/>
                    <a:gd name="csY4" fmla="*/ 103995 h 10399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83164" h="103994">
                      <a:moveTo>
                        <a:pt x="83164" y="103995"/>
                      </a:moveTo>
                      <a:lnTo>
                        <a:pt x="7128" y="103995"/>
                      </a:lnTo>
                      <a:lnTo>
                        <a:pt x="0" y="0"/>
                      </a:lnTo>
                      <a:lnTo>
                        <a:pt x="76036" y="0"/>
                      </a:lnTo>
                      <a:lnTo>
                        <a:pt x="83164" y="103995"/>
                      </a:lnTo>
                      <a:close/>
                    </a:path>
                  </a:pathLst>
                </a:custGeom>
                <a:solidFill>
                  <a:srgbClr val="FFEE40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78" name="Graphic 28">
                <a:extLst>
                  <a:ext uri="{FF2B5EF4-FFF2-40B4-BE49-F238E27FC236}">
                    <a16:creationId xmlns:a16="http://schemas.microsoft.com/office/drawing/2014/main" id="{DD9EB7DC-9F8E-4DBA-8367-2B4ABBBC2ACB}"/>
                  </a:ext>
                </a:extLst>
              </p:cNvPr>
              <p:cNvGrpSpPr/>
              <p:nvPr/>
            </p:nvGrpSpPr>
            <p:grpSpPr>
              <a:xfrm>
                <a:off x="2439281" y="4886423"/>
                <a:ext cx="807576" cy="2329445"/>
                <a:chOff x="2439281" y="4886423"/>
                <a:chExt cx="807576" cy="2329445"/>
              </a:xfrm>
            </p:grpSpPr>
            <p:sp>
              <p:nvSpPr>
                <p:cNvPr id="179" name="Freeform: Shape 178">
                  <a:extLst>
                    <a:ext uri="{FF2B5EF4-FFF2-40B4-BE49-F238E27FC236}">
                      <a16:creationId xmlns:a16="http://schemas.microsoft.com/office/drawing/2014/main" id="{1F2CF21F-BBF1-6BAE-30EB-B4656708A540}"/>
                    </a:ext>
                  </a:extLst>
                </p:cNvPr>
                <p:cNvSpPr/>
                <p:nvPr/>
              </p:nvSpPr>
              <p:spPr>
                <a:xfrm>
                  <a:off x="2870061" y="5171064"/>
                  <a:ext cx="126655" cy="215117"/>
                </a:xfrm>
                <a:custGeom>
                  <a:avLst/>
                  <a:gdLst>
                    <a:gd name="csX0" fmla="*/ 114696 w 126655"/>
                    <a:gd name="csY0" fmla="*/ 0 h 215117"/>
                    <a:gd name="csX1" fmla="*/ 126656 w 126655"/>
                    <a:gd name="csY1" fmla="*/ 135914 h 215117"/>
                    <a:gd name="csX2" fmla="*/ 33037 w 126655"/>
                    <a:gd name="csY2" fmla="*/ 215117 h 215117"/>
                    <a:gd name="csX3" fmla="*/ 5949 w 126655"/>
                    <a:gd name="csY3" fmla="*/ 135914 h 215117"/>
                    <a:gd name="csX4" fmla="*/ 40561 w 126655"/>
                    <a:gd name="csY4" fmla="*/ 63284 h 21511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26655" h="215117">
                      <a:moveTo>
                        <a:pt x="114696" y="0"/>
                      </a:moveTo>
                      <a:cubicBezTo>
                        <a:pt x="106776" y="38810"/>
                        <a:pt x="99489" y="110014"/>
                        <a:pt x="126656" y="135914"/>
                      </a:cubicBezTo>
                      <a:cubicBezTo>
                        <a:pt x="104655" y="171589"/>
                        <a:pt x="71864" y="199331"/>
                        <a:pt x="33037" y="215117"/>
                      </a:cubicBezTo>
                      <a:cubicBezTo>
                        <a:pt x="-18921" y="182565"/>
                        <a:pt x="5949" y="135914"/>
                        <a:pt x="5949" y="135914"/>
                      </a:cubicBezTo>
                      <a:cubicBezTo>
                        <a:pt x="49274" y="125538"/>
                        <a:pt x="48165" y="93460"/>
                        <a:pt x="40561" y="63284"/>
                      </a:cubicBezTo>
                      <a:close/>
                    </a:path>
                  </a:pathLst>
                </a:custGeom>
                <a:solidFill>
                  <a:srgbClr val="FF8B7B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0" name="Freeform: Shape 179">
                  <a:extLst>
                    <a:ext uri="{FF2B5EF4-FFF2-40B4-BE49-F238E27FC236}">
                      <a16:creationId xmlns:a16="http://schemas.microsoft.com/office/drawing/2014/main" id="{F8EAA0B7-E1B0-88EA-FD88-5AD5C76FD4D6}"/>
                    </a:ext>
                  </a:extLst>
                </p:cNvPr>
                <p:cNvSpPr/>
                <p:nvPr/>
              </p:nvSpPr>
              <p:spPr>
                <a:xfrm>
                  <a:off x="2837359" y="5257876"/>
                  <a:ext cx="203632" cy="74101"/>
                </a:xfrm>
                <a:custGeom>
                  <a:avLst/>
                  <a:gdLst>
                    <a:gd name="csX0" fmla="*/ 173298 w 203632"/>
                    <a:gd name="csY0" fmla="*/ 72072 h 74101"/>
                    <a:gd name="csX1" fmla="*/ 203633 w 203632"/>
                    <a:gd name="csY1" fmla="*/ 15599 h 74101"/>
                    <a:gd name="csX2" fmla="*/ 44592 w 203632"/>
                    <a:gd name="csY2" fmla="*/ 5065 h 74101"/>
                    <a:gd name="csX3" fmla="*/ 0 w 203632"/>
                    <a:gd name="csY3" fmla="*/ 42687 h 74101"/>
                    <a:gd name="csX4" fmla="*/ 38652 w 203632"/>
                    <a:gd name="csY4" fmla="*/ 68507 h 74101"/>
                    <a:gd name="csX5" fmla="*/ 173298 w 203632"/>
                    <a:gd name="csY5" fmla="*/ 72072 h 7410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</a:cxnLst>
                  <a:rect l="l" t="t" r="r" b="b"/>
                  <a:pathLst>
                    <a:path w="203632" h="74101">
                      <a:moveTo>
                        <a:pt x="173298" y="72072"/>
                      </a:moveTo>
                      <a:cubicBezTo>
                        <a:pt x="201574" y="52587"/>
                        <a:pt x="203633" y="15599"/>
                        <a:pt x="203633" y="15599"/>
                      </a:cubicBezTo>
                      <a:cubicBezTo>
                        <a:pt x="203633" y="15599"/>
                        <a:pt x="100668" y="-10776"/>
                        <a:pt x="44592" y="5065"/>
                      </a:cubicBezTo>
                      <a:cubicBezTo>
                        <a:pt x="27404" y="18213"/>
                        <a:pt x="0" y="42687"/>
                        <a:pt x="0" y="42687"/>
                      </a:cubicBezTo>
                      <a:cubicBezTo>
                        <a:pt x="0" y="42687"/>
                        <a:pt x="6970" y="58528"/>
                        <a:pt x="38652" y="68507"/>
                      </a:cubicBezTo>
                      <a:cubicBezTo>
                        <a:pt x="70333" y="78487"/>
                        <a:pt x="173298" y="72072"/>
                        <a:pt x="173298" y="72072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1" name="Freeform: Shape 180">
                  <a:extLst>
                    <a:ext uri="{FF2B5EF4-FFF2-40B4-BE49-F238E27FC236}">
                      <a16:creationId xmlns:a16="http://schemas.microsoft.com/office/drawing/2014/main" id="{2DB640CA-3ADC-C86B-DFF5-4514F6808FCF}"/>
                    </a:ext>
                  </a:extLst>
                </p:cNvPr>
                <p:cNvSpPr/>
                <p:nvPr/>
              </p:nvSpPr>
              <p:spPr>
                <a:xfrm>
                  <a:off x="3075208" y="5359965"/>
                  <a:ext cx="171648" cy="363149"/>
                </a:xfrm>
                <a:custGeom>
                  <a:avLst/>
                  <a:gdLst>
                    <a:gd name="csX0" fmla="*/ 55126 w 171648"/>
                    <a:gd name="csY0" fmla="*/ 0 h 363149"/>
                    <a:gd name="csX1" fmla="*/ 108271 w 171648"/>
                    <a:gd name="csY1" fmla="*/ 84669 h 363149"/>
                    <a:gd name="csX2" fmla="*/ 153893 w 171648"/>
                    <a:gd name="csY2" fmla="*/ 174248 h 363149"/>
                    <a:gd name="csX3" fmla="*/ 163635 w 171648"/>
                    <a:gd name="csY3" fmla="*/ 198010 h 363149"/>
                    <a:gd name="csX4" fmla="*/ 165932 w 171648"/>
                    <a:gd name="csY4" fmla="*/ 204029 h 363149"/>
                    <a:gd name="csX5" fmla="*/ 167120 w 171648"/>
                    <a:gd name="csY5" fmla="*/ 207039 h 363149"/>
                    <a:gd name="csX6" fmla="*/ 167674 w 171648"/>
                    <a:gd name="csY6" fmla="*/ 208544 h 363149"/>
                    <a:gd name="csX7" fmla="*/ 168625 w 171648"/>
                    <a:gd name="csY7" fmla="*/ 211316 h 363149"/>
                    <a:gd name="csX8" fmla="*/ 171555 w 171648"/>
                    <a:gd name="csY8" fmla="*/ 233889 h 363149"/>
                    <a:gd name="csX9" fmla="*/ 162051 w 171648"/>
                    <a:gd name="csY9" fmla="*/ 267867 h 363149"/>
                    <a:gd name="csX10" fmla="*/ 146685 w 171648"/>
                    <a:gd name="csY10" fmla="*/ 292658 h 363149"/>
                    <a:gd name="csX11" fmla="*/ 70174 w 171648"/>
                    <a:gd name="csY11" fmla="*/ 363150 h 363149"/>
                    <a:gd name="csX12" fmla="*/ 48631 w 171648"/>
                    <a:gd name="csY12" fmla="*/ 337963 h 363149"/>
                    <a:gd name="csX13" fmla="*/ 102252 w 171648"/>
                    <a:gd name="csY13" fmla="*/ 263749 h 363149"/>
                    <a:gd name="csX14" fmla="*/ 110172 w 171648"/>
                    <a:gd name="csY14" fmla="*/ 245769 h 363149"/>
                    <a:gd name="csX15" fmla="*/ 112232 w 171648"/>
                    <a:gd name="csY15" fmla="*/ 232701 h 363149"/>
                    <a:gd name="csX16" fmla="*/ 111519 w 171648"/>
                    <a:gd name="csY16" fmla="*/ 231196 h 363149"/>
                    <a:gd name="csX17" fmla="*/ 111519 w 171648"/>
                    <a:gd name="csY17" fmla="*/ 231196 h 363149"/>
                    <a:gd name="csX18" fmla="*/ 110964 w 171648"/>
                    <a:gd name="csY18" fmla="*/ 229929 h 363149"/>
                    <a:gd name="csX19" fmla="*/ 109697 w 171648"/>
                    <a:gd name="csY19" fmla="*/ 227315 h 363149"/>
                    <a:gd name="csX20" fmla="*/ 107321 w 171648"/>
                    <a:gd name="csY20" fmla="*/ 222008 h 363149"/>
                    <a:gd name="csX21" fmla="*/ 97104 w 171648"/>
                    <a:gd name="csY21" fmla="*/ 201178 h 363149"/>
                    <a:gd name="csX22" fmla="*/ 74689 w 171648"/>
                    <a:gd name="csY22" fmla="*/ 159675 h 363149"/>
                    <a:gd name="csX23" fmla="*/ 50928 w 171648"/>
                    <a:gd name="csY23" fmla="*/ 118647 h 363149"/>
                    <a:gd name="csX24" fmla="*/ 0 w 171648"/>
                    <a:gd name="csY24" fmla="*/ 38255 h 36314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</a:cxnLst>
                  <a:rect l="l" t="t" r="r" b="b"/>
                  <a:pathLst>
                    <a:path w="171648" h="363149">
                      <a:moveTo>
                        <a:pt x="55126" y="0"/>
                      </a:moveTo>
                      <a:cubicBezTo>
                        <a:pt x="74452" y="27880"/>
                        <a:pt x="91797" y="55443"/>
                        <a:pt x="108271" y="84669"/>
                      </a:cubicBezTo>
                      <a:cubicBezTo>
                        <a:pt x="125111" y="113669"/>
                        <a:pt x="140341" y="143574"/>
                        <a:pt x="153893" y="174248"/>
                      </a:cubicBezTo>
                      <a:cubicBezTo>
                        <a:pt x="157220" y="182169"/>
                        <a:pt x="160625" y="190089"/>
                        <a:pt x="163635" y="198010"/>
                      </a:cubicBezTo>
                      <a:lnTo>
                        <a:pt x="165932" y="204029"/>
                      </a:lnTo>
                      <a:lnTo>
                        <a:pt x="167120" y="207039"/>
                      </a:lnTo>
                      <a:lnTo>
                        <a:pt x="167674" y="208544"/>
                      </a:lnTo>
                      <a:lnTo>
                        <a:pt x="168625" y="211316"/>
                      </a:lnTo>
                      <a:cubicBezTo>
                        <a:pt x="170980" y="218596"/>
                        <a:pt x="171974" y="226248"/>
                        <a:pt x="171555" y="233889"/>
                      </a:cubicBezTo>
                      <a:cubicBezTo>
                        <a:pt x="170679" y="245735"/>
                        <a:pt x="167448" y="257286"/>
                        <a:pt x="162051" y="267867"/>
                      </a:cubicBezTo>
                      <a:cubicBezTo>
                        <a:pt x="157739" y="276606"/>
                        <a:pt x="152593" y="284908"/>
                        <a:pt x="146685" y="292658"/>
                      </a:cubicBezTo>
                      <a:cubicBezTo>
                        <a:pt x="125157" y="320134"/>
                        <a:pt x="99319" y="343940"/>
                        <a:pt x="70174" y="363150"/>
                      </a:cubicBezTo>
                      <a:lnTo>
                        <a:pt x="48631" y="337963"/>
                      </a:lnTo>
                      <a:cubicBezTo>
                        <a:pt x="68785" y="314955"/>
                        <a:pt x="86737" y="290108"/>
                        <a:pt x="102252" y="263749"/>
                      </a:cubicBezTo>
                      <a:cubicBezTo>
                        <a:pt x="105347" y="257967"/>
                        <a:pt x="107995" y="251956"/>
                        <a:pt x="110172" y="245769"/>
                      </a:cubicBezTo>
                      <a:cubicBezTo>
                        <a:pt x="111804" y="241616"/>
                        <a:pt x="112507" y="237155"/>
                        <a:pt x="112232" y="232701"/>
                      </a:cubicBezTo>
                      <a:cubicBezTo>
                        <a:pt x="112232" y="231513"/>
                        <a:pt x="111756" y="231038"/>
                        <a:pt x="111519" y="231196"/>
                      </a:cubicBezTo>
                      <a:lnTo>
                        <a:pt x="111519" y="231196"/>
                      </a:lnTo>
                      <a:lnTo>
                        <a:pt x="110964" y="229929"/>
                      </a:lnTo>
                      <a:lnTo>
                        <a:pt x="109697" y="227315"/>
                      </a:lnTo>
                      <a:lnTo>
                        <a:pt x="107321" y="222008"/>
                      </a:lnTo>
                      <a:cubicBezTo>
                        <a:pt x="104153" y="215038"/>
                        <a:pt x="100510" y="208148"/>
                        <a:pt x="97104" y="201178"/>
                      </a:cubicBezTo>
                      <a:cubicBezTo>
                        <a:pt x="90081" y="187238"/>
                        <a:pt x="82610" y="173404"/>
                        <a:pt x="74689" y="159675"/>
                      </a:cubicBezTo>
                      <a:cubicBezTo>
                        <a:pt x="66769" y="145893"/>
                        <a:pt x="58848" y="132191"/>
                        <a:pt x="50928" y="118647"/>
                      </a:cubicBezTo>
                      <a:cubicBezTo>
                        <a:pt x="34374" y="91639"/>
                        <a:pt x="17108" y="64234"/>
                        <a:pt x="0" y="38255"/>
                      </a:cubicBezTo>
                      <a:close/>
                    </a:path>
                  </a:pathLst>
                </a:custGeom>
                <a:solidFill>
                  <a:srgbClr val="FF8B7B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2" name="Freeform: Shape 181">
                  <a:extLst>
                    <a:ext uri="{FF2B5EF4-FFF2-40B4-BE49-F238E27FC236}">
                      <a16:creationId xmlns:a16="http://schemas.microsoft.com/office/drawing/2014/main" id="{2323C0D2-E43B-7113-DF4A-06746E31C7FD}"/>
                    </a:ext>
                  </a:extLst>
                </p:cNvPr>
                <p:cNvSpPr/>
                <p:nvPr/>
              </p:nvSpPr>
              <p:spPr>
                <a:xfrm>
                  <a:off x="3064753" y="5685810"/>
                  <a:ext cx="90529" cy="53937"/>
                </a:xfrm>
                <a:custGeom>
                  <a:avLst/>
                  <a:gdLst>
                    <a:gd name="csX0" fmla="*/ 70491 w 90529"/>
                    <a:gd name="csY0" fmla="*/ 5307 h 53937"/>
                    <a:gd name="csX1" fmla="*/ 0 w 90529"/>
                    <a:gd name="csY1" fmla="*/ 0 h 53937"/>
                    <a:gd name="csX2" fmla="*/ 38968 w 90529"/>
                    <a:gd name="csY2" fmla="*/ 53938 h 53937"/>
                    <a:gd name="csX3" fmla="*/ 90530 w 90529"/>
                    <a:gd name="csY3" fmla="*/ 23444 h 5393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90529" h="53937">
                      <a:moveTo>
                        <a:pt x="70491" y="5307"/>
                      </a:moveTo>
                      <a:lnTo>
                        <a:pt x="0" y="0"/>
                      </a:lnTo>
                      <a:lnTo>
                        <a:pt x="38968" y="53938"/>
                      </a:lnTo>
                      <a:cubicBezTo>
                        <a:pt x="38968" y="53938"/>
                        <a:pt x="80709" y="48790"/>
                        <a:pt x="90530" y="23444"/>
                      </a:cubicBezTo>
                      <a:close/>
                    </a:path>
                  </a:pathLst>
                </a:custGeom>
                <a:solidFill>
                  <a:srgbClr val="FF8B7B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3" name="Freeform: Shape 182">
                  <a:extLst>
                    <a:ext uri="{FF2B5EF4-FFF2-40B4-BE49-F238E27FC236}">
                      <a16:creationId xmlns:a16="http://schemas.microsoft.com/office/drawing/2014/main" id="{F471A444-92F7-7988-9D1E-BA5DC7028211}"/>
                    </a:ext>
                  </a:extLst>
                </p:cNvPr>
                <p:cNvSpPr/>
                <p:nvPr/>
              </p:nvSpPr>
              <p:spPr>
                <a:xfrm>
                  <a:off x="3018973" y="5685810"/>
                  <a:ext cx="95202" cy="73976"/>
                </a:xfrm>
                <a:custGeom>
                  <a:avLst/>
                  <a:gdLst>
                    <a:gd name="csX0" fmla="*/ 0 w 95202"/>
                    <a:gd name="csY0" fmla="*/ 30573 h 73976"/>
                    <a:gd name="csX1" fmla="*/ 35167 w 95202"/>
                    <a:gd name="csY1" fmla="*/ 73976 h 73976"/>
                    <a:gd name="csX2" fmla="*/ 95203 w 95202"/>
                    <a:gd name="csY2" fmla="*/ 51879 h 73976"/>
                    <a:gd name="csX3" fmla="*/ 45780 w 95202"/>
                    <a:gd name="csY3" fmla="*/ 0 h 73976"/>
                    <a:gd name="csX4" fmla="*/ 0 w 95202"/>
                    <a:gd name="csY4" fmla="*/ 30573 h 7397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95202" h="73976">
                      <a:moveTo>
                        <a:pt x="0" y="30573"/>
                      </a:moveTo>
                      <a:lnTo>
                        <a:pt x="35167" y="73976"/>
                      </a:lnTo>
                      <a:lnTo>
                        <a:pt x="95203" y="51879"/>
                      </a:lnTo>
                      <a:lnTo>
                        <a:pt x="45780" y="0"/>
                      </a:lnTo>
                      <a:lnTo>
                        <a:pt x="0" y="30573"/>
                      </a:lnTo>
                      <a:close/>
                    </a:path>
                  </a:pathLst>
                </a:custGeom>
                <a:solidFill>
                  <a:srgbClr val="FF8B7B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4" name="Freeform: Shape 183">
                  <a:extLst>
                    <a:ext uri="{FF2B5EF4-FFF2-40B4-BE49-F238E27FC236}">
                      <a16:creationId xmlns:a16="http://schemas.microsoft.com/office/drawing/2014/main" id="{5E944DA9-A00F-3CA8-24AF-EF30F11FD982}"/>
                    </a:ext>
                  </a:extLst>
                </p:cNvPr>
                <p:cNvSpPr/>
                <p:nvPr/>
              </p:nvSpPr>
              <p:spPr>
                <a:xfrm>
                  <a:off x="3059605" y="5320997"/>
                  <a:ext cx="152388" cy="205692"/>
                </a:xfrm>
                <a:custGeom>
                  <a:avLst/>
                  <a:gdLst>
                    <a:gd name="csX0" fmla="*/ 44829 w 152388"/>
                    <a:gd name="csY0" fmla="*/ 0 h 205692"/>
                    <a:gd name="csX1" fmla="*/ 0 w 152388"/>
                    <a:gd name="csY1" fmla="*/ 61145 h 205692"/>
                    <a:gd name="csX2" fmla="*/ 3247 w 152388"/>
                    <a:gd name="csY2" fmla="*/ 136627 h 205692"/>
                    <a:gd name="csX3" fmla="*/ 79362 w 152388"/>
                    <a:gd name="csY3" fmla="*/ 205692 h 205692"/>
                    <a:gd name="csX4" fmla="*/ 152388 w 152388"/>
                    <a:gd name="csY4" fmla="*/ 149774 h 205692"/>
                    <a:gd name="csX5" fmla="*/ 44829 w 152388"/>
                    <a:gd name="csY5" fmla="*/ 0 h 20569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</a:cxnLst>
                  <a:rect l="l" t="t" r="r" b="b"/>
                  <a:pathLst>
                    <a:path w="152388" h="205692">
                      <a:moveTo>
                        <a:pt x="44829" y="0"/>
                      </a:moveTo>
                      <a:lnTo>
                        <a:pt x="0" y="61145"/>
                      </a:lnTo>
                      <a:lnTo>
                        <a:pt x="3247" y="136627"/>
                      </a:lnTo>
                      <a:lnTo>
                        <a:pt x="79362" y="205692"/>
                      </a:lnTo>
                      <a:cubicBezTo>
                        <a:pt x="79362" y="205692"/>
                        <a:pt x="118410" y="177892"/>
                        <a:pt x="152388" y="149774"/>
                      </a:cubicBezTo>
                      <a:cubicBezTo>
                        <a:pt x="109776" y="52116"/>
                        <a:pt x="71283" y="7920"/>
                        <a:pt x="44829" y="0"/>
                      </a:cubicBezTo>
                      <a:close/>
                    </a:path>
                  </a:pathLst>
                </a:custGeom>
                <a:solidFill>
                  <a:srgbClr val="FFEE40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" name="Freeform: Shape 184">
                  <a:extLst>
                    <a:ext uri="{FF2B5EF4-FFF2-40B4-BE49-F238E27FC236}">
                      <a16:creationId xmlns:a16="http://schemas.microsoft.com/office/drawing/2014/main" id="{F216EA8B-A77F-9805-D025-1872EE015ADB}"/>
                    </a:ext>
                  </a:extLst>
                </p:cNvPr>
                <p:cNvSpPr/>
                <p:nvPr/>
              </p:nvSpPr>
              <p:spPr>
                <a:xfrm>
                  <a:off x="3064436" y="5378974"/>
                  <a:ext cx="25582" cy="102885"/>
                </a:xfrm>
                <a:custGeom>
                  <a:avLst/>
                  <a:gdLst>
                    <a:gd name="csX0" fmla="*/ 23761 w 25582"/>
                    <a:gd name="csY0" fmla="*/ 0 h 102885"/>
                    <a:gd name="csX1" fmla="*/ 0 w 25582"/>
                    <a:gd name="csY1" fmla="*/ 79679 h 102885"/>
                    <a:gd name="csX2" fmla="*/ 25583 w 25582"/>
                    <a:gd name="csY2" fmla="*/ 102886 h 102885"/>
                    <a:gd name="csX3" fmla="*/ 23761 w 25582"/>
                    <a:gd name="csY3" fmla="*/ 0 h 10288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5582" h="102885">
                      <a:moveTo>
                        <a:pt x="23761" y="0"/>
                      </a:moveTo>
                      <a:lnTo>
                        <a:pt x="0" y="79679"/>
                      </a:lnTo>
                      <a:lnTo>
                        <a:pt x="25583" y="102886"/>
                      </a:lnTo>
                      <a:cubicBezTo>
                        <a:pt x="21860" y="47126"/>
                        <a:pt x="23761" y="0"/>
                        <a:pt x="23761" y="0"/>
                      </a:cubicBezTo>
                      <a:close/>
                    </a:path>
                  </a:pathLst>
                </a:custGeom>
                <a:solidFill>
                  <a:srgbClr val="000000">
                    <a:alpha val="20000"/>
                  </a:srgbClr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6" name="Freeform: Shape 185">
                  <a:extLst>
                    <a:ext uri="{FF2B5EF4-FFF2-40B4-BE49-F238E27FC236}">
                      <a16:creationId xmlns:a16="http://schemas.microsoft.com/office/drawing/2014/main" id="{18D35FA1-70F3-F8EA-34F8-F7CC2E7D225C}"/>
                    </a:ext>
                  </a:extLst>
                </p:cNvPr>
                <p:cNvSpPr/>
                <p:nvPr/>
              </p:nvSpPr>
              <p:spPr>
                <a:xfrm>
                  <a:off x="2757582" y="5304837"/>
                  <a:ext cx="346852" cy="414000"/>
                </a:xfrm>
                <a:custGeom>
                  <a:avLst/>
                  <a:gdLst>
                    <a:gd name="csX0" fmla="*/ 98 w 346852"/>
                    <a:gd name="csY0" fmla="*/ 62732 h 414000"/>
                    <a:gd name="csX1" fmla="*/ 39067 w 346852"/>
                    <a:gd name="csY1" fmla="*/ 414001 h 414000"/>
                    <a:gd name="csX2" fmla="*/ 304875 w 346852"/>
                    <a:gd name="csY2" fmla="*/ 414001 h 414000"/>
                    <a:gd name="csX3" fmla="*/ 346853 w 346852"/>
                    <a:gd name="csY3" fmla="*/ 15922 h 414000"/>
                    <a:gd name="csX4" fmla="*/ 239135 w 346852"/>
                    <a:gd name="csY4" fmla="*/ 2141 h 414000"/>
                    <a:gd name="csX5" fmla="*/ 118429 w 346852"/>
                    <a:gd name="csY5" fmla="*/ 2141 h 414000"/>
                    <a:gd name="csX6" fmla="*/ 43502 w 346852"/>
                    <a:gd name="csY6" fmla="*/ 12358 h 414000"/>
                    <a:gd name="csX7" fmla="*/ 98 w 346852"/>
                    <a:gd name="csY7" fmla="*/ 62732 h 41400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</a:cxnLst>
                  <a:rect l="l" t="t" r="r" b="b"/>
                  <a:pathLst>
                    <a:path w="346852" h="414000">
                      <a:moveTo>
                        <a:pt x="98" y="62732"/>
                      </a:moveTo>
                      <a:cubicBezTo>
                        <a:pt x="-931" y="110254"/>
                        <a:pt x="5722" y="208863"/>
                        <a:pt x="39067" y="414001"/>
                      </a:cubicBezTo>
                      <a:lnTo>
                        <a:pt x="304875" y="414001"/>
                      </a:lnTo>
                      <a:cubicBezTo>
                        <a:pt x="300439" y="305809"/>
                        <a:pt x="295133" y="238010"/>
                        <a:pt x="346853" y="15922"/>
                      </a:cubicBezTo>
                      <a:cubicBezTo>
                        <a:pt x="311334" y="8689"/>
                        <a:pt x="275331" y="4082"/>
                        <a:pt x="239135" y="2141"/>
                      </a:cubicBezTo>
                      <a:cubicBezTo>
                        <a:pt x="198951" y="-714"/>
                        <a:pt x="158614" y="-714"/>
                        <a:pt x="118429" y="2141"/>
                      </a:cubicBezTo>
                      <a:cubicBezTo>
                        <a:pt x="92450" y="4517"/>
                        <a:pt x="64649" y="8715"/>
                        <a:pt x="43502" y="12358"/>
                      </a:cubicBezTo>
                      <a:cubicBezTo>
                        <a:pt x="18827" y="16569"/>
                        <a:pt x="615" y="37705"/>
                        <a:pt x="98" y="62732"/>
                      </a:cubicBezTo>
                      <a:close/>
                    </a:path>
                  </a:pathLst>
                </a:custGeom>
                <a:solidFill>
                  <a:srgbClr val="FFEE40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7" name="Freeform: Shape 186">
                  <a:extLst>
                    <a:ext uri="{FF2B5EF4-FFF2-40B4-BE49-F238E27FC236}">
                      <a16:creationId xmlns:a16="http://schemas.microsoft.com/office/drawing/2014/main" id="{BC88EEA2-39F6-DC53-19A8-ED78A1EDCA5B}"/>
                    </a:ext>
                  </a:extLst>
                </p:cNvPr>
                <p:cNvSpPr/>
                <p:nvPr/>
              </p:nvSpPr>
              <p:spPr>
                <a:xfrm>
                  <a:off x="2762115" y="5386024"/>
                  <a:ext cx="56503" cy="176624"/>
                </a:xfrm>
                <a:custGeom>
                  <a:avLst/>
                  <a:gdLst>
                    <a:gd name="csX0" fmla="*/ 47522 w 56503"/>
                    <a:gd name="csY0" fmla="*/ 0 h 176624"/>
                    <a:gd name="csX1" fmla="*/ 0 w 56503"/>
                    <a:gd name="csY1" fmla="*/ 77065 h 176624"/>
                    <a:gd name="csX2" fmla="*/ 11247 w 56503"/>
                    <a:gd name="csY2" fmla="*/ 176624 h 176624"/>
                    <a:gd name="csX3" fmla="*/ 49978 w 56503"/>
                    <a:gd name="csY3" fmla="*/ 153655 h 176624"/>
                    <a:gd name="csX4" fmla="*/ 47522 w 56503"/>
                    <a:gd name="csY4" fmla="*/ 0 h 17662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56503" h="176624">
                      <a:moveTo>
                        <a:pt x="47522" y="0"/>
                      </a:moveTo>
                      <a:lnTo>
                        <a:pt x="0" y="77065"/>
                      </a:lnTo>
                      <a:cubicBezTo>
                        <a:pt x="2455" y="104470"/>
                        <a:pt x="6099" y="137339"/>
                        <a:pt x="11247" y="176624"/>
                      </a:cubicBezTo>
                      <a:lnTo>
                        <a:pt x="49978" y="153655"/>
                      </a:lnTo>
                      <a:cubicBezTo>
                        <a:pt x="65977" y="37067"/>
                        <a:pt x="47522" y="0"/>
                        <a:pt x="47522" y="0"/>
                      </a:cubicBezTo>
                      <a:close/>
                    </a:path>
                  </a:pathLst>
                </a:custGeom>
                <a:solidFill>
                  <a:srgbClr val="000000">
                    <a:alpha val="20000"/>
                  </a:srgbClr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8" name="Freeform: Shape 187">
                  <a:extLst>
                    <a:ext uri="{FF2B5EF4-FFF2-40B4-BE49-F238E27FC236}">
                      <a16:creationId xmlns:a16="http://schemas.microsoft.com/office/drawing/2014/main" id="{E2B71865-A926-7B16-F01B-E0544E63565A}"/>
                    </a:ext>
                  </a:extLst>
                </p:cNvPr>
                <p:cNvSpPr/>
                <p:nvPr/>
              </p:nvSpPr>
              <p:spPr>
                <a:xfrm>
                  <a:off x="2535592" y="5387370"/>
                  <a:ext cx="281807" cy="368693"/>
                </a:xfrm>
                <a:custGeom>
                  <a:avLst/>
                  <a:gdLst>
                    <a:gd name="csX0" fmla="*/ 281807 w 281807"/>
                    <a:gd name="csY0" fmla="*/ 19246 h 368693"/>
                    <a:gd name="csX1" fmla="*/ 247908 w 281807"/>
                    <a:gd name="csY1" fmla="*/ 129102 h 368693"/>
                    <a:gd name="csX2" fmla="*/ 211870 w 281807"/>
                    <a:gd name="csY2" fmla="*/ 238324 h 368693"/>
                    <a:gd name="csX3" fmla="*/ 209494 w 281807"/>
                    <a:gd name="csY3" fmla="*/ 245136 h 368693"/>
                    <a:gd name="csX4" fmla="*/ 205692 w 281807"/>
                    <a:gd name="csY4" fmla="*/ 254007 h 368693"/>
                    <a:gd name="csX5" fmla="*/ 197059 w 281807"/>
                    <a:gd name="csY5" fmla="*/ 269847 h 368693"/>
                    <a:gd name="csX6" fmla="*/ 175357 w 281807"/>
                    <a:gd name="csY6" fmla="*/ 296935 h 368693"/>
                    <a:gd name="csX7" fmla="*/ 122687 w 281807"/>
                    <a:gd name="csY7" fmla="*/ 335032 h 368693"/>
                    <a:gd name="csX8" fmla="*/ 5465 w 281807"/>
                    <a:gd name="csY8" fmla="*/ 368694 h 368693"/>
                    <a:gd name="csX9" fmla="*/ 0 w 281807"/>
                    <a:gd name="csY9" fmla="*/ 335983 h 368693"/>
                    <a:gd name="csX10" fmla="*/ 50611 w 281807"/>
                    <a:gd name="csY10" fmla="*/ 316894 h 368693"/>
                    <a:gd name="csX11" fmla="*/ 96866 w 281807"/>
                    <a:gd name="csY11" fmla="*/ 291232 h 368693"/>
                    <a:gd name="csX12" fmla="*/ 133696 w 281807"/>
                    <a:gd name="csY12" fmla="*/ 258680 h 368693"/>
                    <a:gd name="csX13" fmla="*/ 146210 w 281807"/>
                    <a:gd name="csY13" fmla="*/ 239987 h 368693"/>
                    <a:gd name="csX14" fmla="*/ 150646 w 281807"/>
                    <a:gd name="csY14" fmla="*/ 230325 h 368693"/>
                    <a:gd name="csX15" fmla="*/ 152230 w 281807"/>
                    <a:gd name="csY15" fmla="*/ 225889 h 368693"/>
                    <a:gd name="csX16" fmla="*/ 154131 w 281807"/>
                    <a:gd name="csY16" fmla="*/ 219078 h 368693"/>
                    <a:gd name="csX17" fmla="*/ 184862 w 281807"/>
                    <a:gd name="csY17" fmla="*/ 109143 h 368693"/>
                    <a:gd name="csX18" fmla="*/ 217731 w 281807"/>
                    <a:gd name="csY18" fmla="*/ 0 h 36869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</a:cxnLst>
                  <a:rect l="l" t="t" r="r" b="b"/>
                  <a:pathLst>
                    <a:path w="281807" h="368693">
                      <a:moveTo>
                        <a:pt x="281807" y="19246"/>
                      </a:moveTo>
                      <a:cubicBezTo>
                        <a:pt x="271115" y="56076"/>
                        <a:pt x="259709" y="92668"/>
                        <a:pt x="247908" y="129102"/>
                      </a:cubicBezTo>
                      <a:cubicBezTo>
                        <a:pt x="236107" y="165536"/>
                        <a:pt x="224147" y="202049"/>
                        <a:pt x="211870" y="238324"/>
                      </a:cubicBezTo>
                      <a:lnTo>
                        <a:pt x="209494" y="245136"/>
                      </a:lnTo>
                      <a:lnTo>
                        <a:pt x="205692" y="254007"/>
                      </a:lnTo>
                      <a:cubicBezTo>
                        <a:pt x="203136" y="259456"/>
                        <a:pt x="200253" y="264746"/>
                        <a:pt x="197059" y="269847"/>
                      </a:cubicBezTo>
                      <a:cubicBezTo>
                        <a:pt x="190839" y="279644"/>
                        <a:pt x="183562" y="288728"/>
                        <a:pt x="175357" y="296935"/>
                      </a:cubicBezTo>
                      <a:cubicBezTo>
                        <a:pt x="159874" y="312279"/>
                        <a:pt x="142106" y="325130"/>
                        <a:pt x="122687" y="335032"/>
                      </a:cubicBezTo>
                      <a:cubicBezTo>
                        <a:pt x="86032" y="353408"/>
                        <a:pt x="46285" y="364822"/>
                        <a:pt x="5465" y="368694"/>
                      </a:cubicBezTo>
                      <a:lnTo>
                        <a:pt x="0" y="335983"/>
                      </a:lnTo>
                      <a:cubicBezTo>
                        <a:pt x="17257" y="330697"/>
                        <a:pt x="34162" y="324322"/>
                        <a:pt x="50611" y="316894"/>
                      </a:cubicBezTo>
                      <a:cubicBezTo>
                        <a:pt x="66788" y="309785"/>
                        <a:pt x="82272" y="301194"/>
                        <a:pt x="96866" y="291232"/>
                      </a:cubicBezTo>
                      <a:cubicBezTo>
                        <a:pt x="110661" y="282230"/>
                        <a:pt x="123068" y="271264"/>
                        <a:pt x="133696" y="258680"/>
                      </a:cubicBezTo>
                      <a:cubicBezTo>
                        <a:pt x="138583" y="252959"/>
                        <a:pt x="142783" y="246686"/>
                        <a:pt x="146210" y="239987"/>
                      </a:cubicBezTo>
                      <a:cubicBezTo>
                        <a:pt x="147919" y="236877"/>
                        <a:pt x="149401" y="233648"/>
                        <a:pt x="150646" y="230325"/>
                      </a:cubicBezTo>
                      <a:lnTo>
                        <a:pt x="152230" y="225889"/>
                      </a:lnTo>
                      <a:lnTo>
                        <a:pt x="154131" y="219078"/>
                      </a:lnTo>
                      <a:cubicBezTo>
                        <a:pt x="163952" y="182248"/>
                        <a:pt x="174090" y="145656"/>
                        <a:pt x="184862" y="109143"/>
                      </a:cubicBezTo>
                      <a:cubicBezTo>
                        <a:pt x="195633" y="72630"/>
                        <a:pt x="206088" y="36196"/>
                        <a:pt x="217731" y="0"/>
                      </a:cubicBezTo>
                      <a:close/>
                    </a:path>
                  </a:pathLst>
                </a:custGeom>
                <a:solidFill>
                  <a:srgbClr val="FF8B7B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9" name="Freeform: Shape 188">
                  <a:extLst>
                    <a:ext uri="{FF2B5EF4-FFF2-40B4-BE49-F238E27FC236}">
                      <a16:creationId xmlns:a16="http://schemas.microsoft.com/office/drawing/2014/main" id="{9607E960-3501-662B-BA62-AFFFA9A34D39}"/>
                    </a:ext>
                  </a:extLst>
                </p:cNvPr>
                <p:cNvSpPr/>
                <p:nvPr/>
              </p:nvSpPr>
              <p:spPr>
                <a:xfrm>
                  <a:off x="2700653" y="5326383"/>
                  <a:ext cx="133205" cy="193415"/>
                </a:xfrm>
                <a:custGeom>
                  <a:avLst/>
                  <a:gdLst>
                    <a:gd name="csX0" fmla="*/ 124825 w 133205"/>
                    <a:gd name="csY0" fmla="*/ 44117 h 193415"/>
                    <a:gd name="csX1" fmla="*/ 78491 w 133205"/>
                    <a:gd name="csY1" fmla="*/ 0 h 193415"/>
                    <a:gd name="csX2" fmla="*/ 0 w 133205"/>
                    <a:gd name="csY2" fmla="*/ 175516 h 193415"/>
                    <a:gd name="csX3" fmla="*/ 100114 w 133205"/>
                    <a:gd name="csY3" fmla="*/ 193416 h 193415"/>
                    <a:gd name="csX4" fmla="*/ 132746 w 133205"/>
                    <a:gd name="csY4" fmla="*/ 109222 h 193415"/>
                    <a:gd name="csX5" fmla="*/ 124825 w 133205"/>
                    <a:gd name="csY5" fmla="*/ 44117 h 19341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</a:cxnLst>
                  <a:rect l="l" t="t" r="r" b="b"/>
                  <a:pathLst>
                    <a:path w="133205" h="193415">
                      <a:moveTo>
                        <a:pt x="124825" y="44117"/>
                      </a:moveTo>
                      <a:cubicBezTo>
                        <a:pt x="113658" y="17346"/>
                        <a:pt x="78491" y="0"/>
                        <a:pt x="78491" y="0"/>
                      </a:cubicBezTo>
                      <a:cubicBezTo>
                        <a:pt x="40711" y="24632"/>
                        <a:pt x="25108" y="50374"/>
                        <a:pt x="0" y="175516"/>
                      </a:cubicBezTo>
                      <a:cubicBezTo>
                        <a:pt x="40235" y="193574"/>
                        <a:pt x="100114" y="193416"/>
                        <a:pt x="100114" y="193416"/>
                      </a:cubicBezTo>
                      <a:lnTo>
                        <a:pt x="132746" y="109222"/>
                      </a:lnTo>
                      <a:cubicBezTo>
                        <a:pt x="132746" y="109222"/>
                        <a:pt x="136072" y="70888"/>
                        <a:pt x="124825" y="44117"/>
                      </a:cubicBezTo>
                      <a:close/>
                    </a:path>
                  </a:pathLst>
                </a:custGeom>
                <a:solidFill>
                  <a:srgbClr val="FFEE40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0" name="Freeform: Shape 189">
                  <a:extLst>
                    <a:ext uri="{FF2B5EF4-FFF2-40B4-BE49-F238E27FC236}">
                      <a16:creationId xmlns:a16="http://schemas.microsoft.com/office/drawing/2014/main" id="{A113D8D6-289C-FADA-C588-0AA65FCAA7B7}"/>
                    </a:ext>
                  </a:extLst>
                </p:cNvPr>
                <p:cNvSpPr/>
                <p:nvPr/>
              </p:nvSpPr>
              <p:spPr>
                <a:xfrm>
                  <a:off x="2483160" y="5718838"/>
                  <a:ext cx="91717" cy="51561"/>
                </a:xfrm>
                <a:custGeom>
                  <a:avLst/>
                  <a:gdLst>
                    <a:gd name="csX0" fmla="*/ 66056 w 91717"/>
                    <a:gd name="csY0" fmla="*/ 1030 h 51561"/>
                    <a:gd name="csX1" fmla="*/ 0 w 91717"/>
                    <a:gd name="csY1" fmla="*/ 0 h 51561"/>
                    <a:gd name="csX2" fmla="*/ 42057 w 91717"/>
                    <a:gd name="csY2" fmla="*/ 51562 h 51561"/>
                    <a:gd name="csX3" fmla="*/ 91718 w 91717"/>
                    <a:gd name="csY3" fmla="*/ 18058 h 5156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91717" h="51561">
                      <a:moveTo>
                        <a:pt x="66056" y="1030"/>
                      </a:moveTo>
                      <a:lnTo>
                        <a:pt x="0" y="0"/>
                      </a:lnTo>
                      <a:lnTo>
                        <a:pt x="42057" y="51562"/>
                      </a:lnTo>
                      <a:cubicBezTo>
                        <a:pt x="42057" y="51562"/>
                        <a:pt x="83402" y="43641"/>
                        <a:pt x="91718" y="18058"/>
                      </a:cubicBezTo>
                      <a:close/>
                    </a:path>
                  </a:pathLst>
                </a:custGeom>
                <a:solidFill>
                  <a:srgbClr val="FF8B7B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1" name="Freeform: Shape 190">
                  <a:extLst>
                    <a:ext uri="{FF2B5EF4-FFF2-40B4-BE49-F238E27FC236}">
                      <a16:creationId xmlns:a16="http://schemas.microsoft.com/office/drawing/2014/main" id="{EE429B09-2943-28BB-9BDC-F1836B7397EE}"/>
                    </a:ext>
                  </a:extLst>
                </p:cNvPr>
                <p:cNvSpPr/>
                <p:nvPr/>
              </p:nvSpPr>
              <p:spPr>
                <a:xfrm>
                  <a:off x="2439281" y="5718838"/>
                  <a:ext cx="85936" cy="74451"/>
                </a:xfrm>
                <a:custGeom>
                  <a:avLst/>
                  <a:gdLst>
                    <a:gd name="csX0" fmla="*/ 0 w 85936"/>
                    <a:gd name="csY0" fmla="*/ 33186 h 74451"/>
                    <a:gd name="csX1" fmla="*/ 37543 w 85936"/>
                    <a:gd name="csY1" fmla="*/ 74452 h 74451"/>
                    <a:gd name="csX2" fmla="*/ 85936 w 85936"/>
                    <a:gd name="csY2" fmla="*/ 51562 h 74451"/>
                    <a:gd name="csX3" fmla="*/ 43879 w 85936"/>
                    <a:gd name="csY3" fmla="*/ 0 h 74451"/>
                    <a:gd name="csX4" fmla="*/ 0 w 85936"/>
                    <a:gd name="csY4" fmla="*/ 33186 h 7445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85936" h="74451">
                      <a:moveTo>
                        <a:pt x="0" y="33186"/>
                      </a:moveTo>
                      <a:lnTo>
                        <a:pt x="37543" y="74452"/>
                      </a:lnTo>
                      <a:lnTo>
                        <a:pt x="85936" y="51562"/>
                      </a:lnTo>
                      <a:lnTo>
                        <a:pt x="43879" y="0"/>
                      </a:lnTo>
                      <a:lnTo>
                        <a:pt x="0" y="33186"/>
                      </a:lnTo>
                      <a:close/>
                    </a:path>
                  </a:pathLst>
                </a:custGeom>
                <a:solidFill>
                  <a:srgbClr val="FF8B7B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2" name="Freeform: Shape 191">
                  <a:extLst>
                    <a:ext uri="{FF2B5EF4-FFF2-40B4-BE49-F238E27FC236}">
                      <a16:creationId xmlns:a16="http://schemas.microsoft.com/office/drawing/2014/main" id="{9FEC8D00-AEA8-041C-96B2-484CE1EE05D1}"/>
                    </a:ext>
                  </a:extLst>
                </p:cNvPr>
                <p:cNvSpPr/>
                <p:nvPr/>
              </p:nvSpPr>
              <p:spPr>
                <a:xfrm>
                  <a:off x="2833868" y="5079808"/>
                  <a:ext cx="12761" cy="18680"/>
                </a:xfrm>
                <a:custGeom>
                  <a:avLst/>
                  <a:gdLst>
                    <a:gd name="csX0" fmla="*/ 12600 w 12761"/>
                    <a:gd name="csY0" fmla="*/ 10310 h 18680"/>
                    <a:gd name="csX1" fmla="*/ 4679 w 12761"/>
                    <a:gd name="csY1" fmla="*/ 18626 h 18680"/>
                    <a:gd name="csX2" fmla="*/ 244 w 12761"/>
                    <a:gd name="csY2" fmla="*/ 8092 h 18680"/>
                    <a:gd name="csX3" fmla="*/ 8164 w 12761"/>
                    <a:gd name="csY3" fmla="*/ 172 h 18680"/>
                    <a:gd name="csX4" fmla="*/ 12600 w 12761"/>
                    <a:gd name="csY4" fmla="*/ 10310 h 1868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2761" h="18680">
                      <a:moveTo>
                        <a:pt x="12600" y="10310"/>
                      </a:moveTo>
                      <a:cubicBezTo>
                        <a:pt x="11728" y="15458"/>
                        <a:pt x="8164" y="19181"/>
                        <a:pt x="4679" y="18626"/>
                      </a:cubicBezTo>
                      <a:cubicBezTo>
                        <a:pt x="1194" y="18072"/>
                        <a:pt x="-707" y="13319"/>
                        <a:pt x="244" y="8092"/>
                      </a:cubicBezTo>
                      <a:cubicBezTo>
                        <a:pt x="1194" y="2865"/>
                        <a:pt x="4679" y="-858"/>
                        <a:pt x="8164" y="172"/>
                      </a:cubicBezTo>
                      <a:cubicBezTo>
                        <a:pt x="11649" y="1201"/>
                        <a:pt x="13312" y="5082"/>
                        <a:pt x="12600" y="1031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3" name="Freeform: Shape 192">
                  <a:extLst>
                    <a:ext uri="{FF2B5EF4-FFF2-40B4-BE49-F238E27FC236}">
                      <a16:creationId xmlns:a16="http://schemas.microsoft.com/office/drawing/2014/main" id="{799B608B-D4B5-AB59-C2D6-939E3195BC46}"/>
                    </a:ext>
                  </a:extLst>
                </p:cNvPr>
                <p:cNvSpPr/>
                <p:nvPr/>
              </p:nvSpPr>
              <p:spPr>
                <a:xfrm>
                  <a:off x="2831577" y="5074356"/>
                  <a:ext cx="11880" cy="7130"/>
                </a:xfrm>
                <a:custGeom>
                  <a:avLst/>
                  <a:gdLst>
                    <a:gd name="csX0" fmla="*/ 11881 w 11880"/>
                    <a:gd name="csY0" fmla="*/ 5782 h 7130"/>
                    <a:gd name="csX1" fmla="*/ 0 w 11880"/>
                    <a:gd name="csY1" fmla="*/ 0 h 7130"/>
                    <a:gd name="csX2" fmla="*/ 11881 w 11880"/>
                    <a:gd name="csY2" fmla="*/ 5782 h 713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11880" h="7130">
                      <a:moveTo>
                        <a:pt x="11881" y="5782"/>
                      </a:moveTo>
                      <a:lnTo>
                        <a:pt x="0" y="0"/>
                      </a:lnTo>
                      <a:cubicBezTo>
                        <a:pt x="0" y="0"/>
                        <a:pt x="4673" y="10851"/>
                        <a:pt x="11881" y="5782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4" name="Freeform: Shape 193">
                  <a:extLst>
                    <a:ext uri="{FF2B5EF4-FFF2-40B4-BE49-F238E27FC236}">
                      <a16:creationId xmlns:a16="http://schemas.microsoft.com/office/drawing/2014/main" id="{6F79F887-482A-15EA-1D57-AF4E070A1375}"/>
                    </a:ext>
                  </a:extLst>
                </p:cNvPr>
                <p:cNvSpPr/>
                <p:nvPr/>
              </p:nvSpPr>
              <p:spPr>
                <a:xfrm>
                  <a:off x="2842348" y="5048427"/>
                  <a:ext cx="31723" cy="9350"/>
                </a:xfrm>
                <a:custGeom>
                  <a:avLst/>
                  <a:gdLst>
                    <a:gd name="csX0" fmla="*/ 1902 w 31723"/>
                    <a:gd name="csY0" fmla="*/ 9139 h 9350"/>
                    <a:gd name="csX1" fmla="*/ 238 w 31723"/>
                    <a:gd name="csY1" fmla="*/ 5099 h 9350"/>
                    <a:gd name="csX2" fmla="*/ 1902 w 31723"/>
                    <a:gd name="csY2" fmla="*/ 3436 h 9350"/>
                    <a:gd name="csX3" fmla="*/ 30257 w 31723"/>
                    <a:gd name="csY3" fmla="*/ 3436 h 9350"/>
                    <a:gd name="csX4" fmla="*/ 31286 w 31723"/>
                    <a:gd name="csY4" fmla="*/ 7713 h 9350"/>
                    <a:gd name="csX5" fmla="*/ 27194 w 31723"/>
                    <a:gd name="csY5" fmla="*/ 8883 h 9350"/>
                    <a:gd name="csX6" fmla="*/ 27088 w 31723"/>
                    <a:gd name="csY6" fmla="*/ 8822 h 9350"/>
                    <a:gd name="csX7" fmla="*/ 4674 w 31723"/>
                    <a:gd name="csY7" fmla="*/ 8822 h 9350"/>
                    <a:gd name="csX8" fmla="*/ 1902 w 31723"/>
                    <a:gd name="csY8" fmla="*/ 9138 h 93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31723" h="9350">
                      <a:moveTo>
                        <a:pt x="1902" y="9139"/>
                      </a:moveTo>
                      <a:cubicBezTo>
                        <a:pt x="327" y="8482"/>
                        <a:pt x="-418" y="6674"/>
                        <a:pt x="238" y="5099"/>
                      </a:cubicBezTo>
                      <a:cubicBezTo>
                        <a:pt x="552" y="4347"/>
                        <a:pt x="1150" y="3749"/>
                        <a:pt x="1902" y="3436"/>
                      </a:cubicBezTo>
                      <a:cubicBezTo>
                        <a:pt x="10798" y="-1145"/>
                        <a:pt x="21360" y="-1145"/>
                        <a:pt x="30257" y="3436"/>
                      </a:cubicBezTo>
                      <a:cubicBezTo>
                        <a:pt x="31695" y="4352"/>
                        <a:pt x="32150" y="6242"/>
                        <a:pt x="31286" y="7713"/>
                      </a:cubicBezTo>
                      <a:cubicBezTo>
                        <a:pt x="30479" y="9166"/>
                        <a:pt x="28647" y="9690"/>
                        <a:pt x="27194" y="8883"/>
                      </a:cubicBezTo>
                      <a:cubicBezTo>
                        <a:pt x="27158" y="8863"/>
                        <a:pt x="27123" y="8843"/>
                        <a:pt x="27088" y="8822"/>
                      </a:cubicBezTo>
                      <a:cubicBezTo>
                        <a:pt x="20056" y="5199"/>
                        <a:pt x="11706" y="5199"/>
                        <a:pt x="4674" y="8822"/>
                      </a:cubicBezTo>
                      <a:cubicBezTo>
                        <a:pt x="3863" y="9389"/>
                        <a:pt x="2820" y="9508"/>
                        <a:pt x="1902" y="9138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" name="Freeform: Shape 194">
                  <a:extLst>
                    <a:ext uri="{FF2B5EF4-FFF2-40B4-BE49-F238E27FC236}">
                      <a16:creationId xmlns:a16="http://schemas.microsoft.com/office/drawing/2014/main" id="{11EE719F-4B2F-4D34-5B69-5BD24B938B23}"/>
                    </a:ext>
                  </a:extLst>
                </p:cNvPr>
                <p:cNvSpPr/>
                <p:nvPr/>
              </p:nvSpPr>
              <p:spPr>
                <a:xfrm>
                  <a:off x="2821677" y="5107147"/>
                  <a:ext cx="24394" cy="36736"/>
                </a:xfrm>
                <a:custGeom>
                  <a:avLst/>
                  <a:gdLst>
                    <a:gd name="csX0" fmla="*/ 24395 w 24394"/>
                    <a:gd name="csY0" fmla="*/ 0 h 36736"/>
                    <a:gd name="csX1" fmla="*/ 0 w 24394"/>
                    <a:gd name="csY1" fmla="*/ 29939 h 36736"/>
                    <a:gd name="csX2" fmla="*/ 17900 w 24394"/>
                    <a:gd name="csY2" fmla="*/ 36671 h 3673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24394" h="36736">
                      <a:moveTo>
                        <a:pt x="24395" y="0"/>
                      </a:moveTo>
                      <a:cubicBezTo>
                        <a:pt x="17677" y="11053"/>
                        <a:pt x="9469" y="21128"/>
                        <a:pt x="0" y="29939"/>
                      </a:cubicBezTo>
                      <a:cubicBezTo>
                        <a:pt x="4680" y="34715"/>
                        <a:pt x="11232" y="37179"/>
                        <a:pt x="17900" y="36671"/>
                      </a:cubicBezTo>
                      <a:close/>
                    </a:path>
                  </a:pathLst>
                </a:custGeom>
                <a:solidFill>
                  <a:srgbClr val="FF5652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6" name="Freeform: Shape 195">
                  <a:extLst>
                    <a:ext uri="{FF2B5EF4-FFF2-40B4-BE49-F238E27FC236}">
                      <a16:creationId xmlns:a16="http://schemas.microsoft.com/office/drawing/2014/main" id="{62E660B9-0109-7DC5-E624-10DA412D3087}"/>
                    </a:ext>
                  </a:extLst>
                </p:cNvPr>
                <p:cNvSpPr/>
                <p:nvPr/>
              </p:nvSpPr>
              <p:spPr>
                <a:xfrm>
                  <a:off x="2831582" y="4989361"/>
                  <a:ext cx="196839" cy="245597"/>
                </a:xfrm>
                <a:custGeom>
                  <a:avLst/>
                  <a:gdLst>
                    <a:gd name="csX0" fmla="*/ 194124 w 196839"/>
                    <a:gd name="csY0" fmla="*/ 110420 h 245597"/>
                    <a:gd name="csX1" fmla="*/ 135751 w 196839"/>
                    <a:gd name="csY1" fmla="*/ 227721 h 245597"/>
                    <a:gd name="csX2" fmla="*/ 312 w 196839"/>
                    <a:gd name="csY2" fmla="*/ 169427 h 245597"/>
                    <a:gd name="csX3" fmla="*/ 89258 w 196839"/>
                    <a:gd name="csY3" fmla="*/ 2069 h 245597"/>
                    <a:gd name="csX4" fmla="*/ 194790 w 196839"/>
                    <a:gd name="csY4" fmla="*/ 69695 h 245597"/>
                    <a:gd name="csX5" fmla="*/ 194124 w 196839"/>
                    <a:gd name="csY5" fmla="*/ 110420 h 24559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</a:cxnLst>
                  <a:rect l="l" t="t" r="r" b="b"/>
                  <a:pathLst>
                    <a:path w="196839" h="245597">
                      <a:moveTo>
                        <a:pt x="194124" y="110420"/>
                      </a:moveTo>
                      <a:cubicBezTo>
                        <a:pt x="178917" y="173783"/>
                        <a:pt x="173848" y="200633"/>
                        <a:pt x="135751" y="227721"/>
                      </a:cubicBezTo>
                      <a:cubicBezTo>
                        <a:pt x="78486" y="268431"/>
                        <a:pt x="4273" y="235641"/>
                        <a:pt x="312" y="169427"/>
                      </a:cubicBezTo>
                      <a:cubicBezTo>
                        <a:pt x="-3173" y="109628"/>
                        <a:pt x="22252" y="16405"/>
                        <a:pt x="89258" y="2069"/>
                      </a:cubicBezTo>
                      <a:cubicBezTo>
                        <a:pt x="137074" y="-8398"/>
                        <a:pt x="184323" y="21879"/>
                        <a:pt x="194790" y="69695"/>
                      </a:cubicBezTo>
                      <a:cubicBezTo>
                        <a:pt x="197732" y="83138"/>
                        <a:pt x="197504" y="97081"/>
                        <a:pt x="194124" y="110420"/>
                      </a:cubicBezTo>
                      <a:close/>
                    </a:path>
                  </a:pathLst>
                </a:custGeom>
                <a:solidFill>
                  <a:srgbClr val="FF8B7B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7" name="Oval 196">
                  <a:extLst>
                    <a:ext uri="{FF2B5EF4-FFF2-40B4-BE49-F238E27FC236}">
                      <a16:creationId xmlns:a16="http://schemas.microsoft.com/office/drawing/2014/main" id="{5C562AA5-BBD8-1A75-0C66-1BBABE9BE886}"/>
                    </a:ext>
                  </a:extLst>
                </p:cNvPr>
                <p:cNvSpPr/>
                <p:nvPr/>
              </p:nvSpPr>
              <p:spPr>
                <a:xfrm rot="-5006400">
                  <a:off x="2891771" y="5021021"/>
                  <a:ext cx="194999" cy="194999"/>
                </a:xfrm>
                <a:prstGeom prst="ellipse">
                  <a:avLst/>
                </a:prstGeom>
                <a:solidFill>
                  <a:srgbClr val="263238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8" name="Freeform: Shape 197">
                  <a:extLst>
                    <a:ext uri="{FF2B5EF4-FFF2-40B4-BE49-F238E27FC236}">
                      <a16:creationId xmlns:a16="http://schemas.microsoft.com/office/drawing/2014/main" id="{B9891D5D-1ECB-FF10-3822-CDB817FF39B3}"/>
                    </a:ext>
                  </a:extLst>
                </p:cNvPr>
                <p:cNvSpPr/>
                <p:nvPr/>
              </p:nvSpPr>
              <p:spPr>
                <a:xfrm>
                  <a:off x="2851000" y="4906487"/>
                  <a:ext cx="231959" cy="203480"/>
                </a:xfrm>
                <a:custGeom>
                  <a:avLst/>
                  <a:gdLst>
                    <a:gd name="csX0" fmla="*/ 71819 w 231959"/>
                    <a:gd name="csY0" fmla="*/ 196066 h 203480"/>
                    <a:gd name="csX1" fmla="*/ 228643 w 231959"/>
                    <a:gd name="csY1" fmla="*/ 50806 h 203480"/>
                    <a:gd name="csX2" fmla="*/ 54395 w 231959"/>
                    <a:gd name="csY2" fmla="*/ 16828 h 203480"/>
                    <a:gd name="csX3" fmla="*/ 71819 w 231959"/>
                    <a:gd name="csY3" fmla="*/ 196066 h 20348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1959" h="203480">
                      <a:moveTo>
                        <a:pt x="71819" y="196066"/>
                      </a:moveTo>
                      <a:cubicBezTo>
                        <a:pt x="143103" y="149178"/>
                        <a:pt x="252404" y="123674"/>
                        <a:pt x="228643" y="50806"/>
                      </a:cubicBezTo>
                      <a:cubicBezTo>
                        <a:pt x="209476" y="-7884"/>
                        <a:pt x="121797" y="-10656"/>
                        <a:pt x="54395" y="16828"/>
                      </a:cubicBezTo>
                      <a:cubicBezTo>
                        <a:pt x="-38036" y="54212"/>
                        <a:pt x="615" y="242876"/>
                        <a:pt x="71819" y="196066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9" name="Freeform: Shape 198">
                  <a:extLst>
                    <a:ext uri="{FF2B5EF4-FFF2-40B4-BE49-F238E27FC236}">
                      <a16:creationId xmlns:a16="http://schemas.microsoft.com/office/drawing/2014/main" id="{A61142D1-F614-21D4-C0A0-DFEBE39231E1}"/>
                    </a:ext>
                  </a:extLst>
                </p:cNvPr>
                <p:cNvSpPr/>
                <p:nvPr/>
              </p:nvSpPr>
              <p:spPr>
                <a:xfrm>
                  <a:off x="2934788" y="4886423"/>
                  <a:ext cx="82694" cy="112056"/>
                </a:xfrm>
                <a:custGeom>
                  <a:avLst/>
                  <a:gdLst>
                    <a:gd name="csX0" fmla="*/ 78720 w 82694"/>
                    <a:gd name="csY0" fmla="*/ 112056 h 112056"/>
                    <a:gd name="csX1" fmla="*/ 75552 w 82694"/>
                    <a:gd name="csY1" fmla="*/ 110392 h 112056"/>
                    <a:gd name="csX2" fmla="*/ 467 w 82694"/>
                    <a:gd name="csY2" fmla="*/ 5923 h 112056"/>
                    <a:gd name="csX3" fmla="*/ 2157 w 82694"/>
                    <a:gd name="csY3" fmla="*/ 466 h 112056"/>
                    <a:gd name="csX4" fmla="*/ 6961 w 82694"/>
                    <a:gd name="csY4" fmla="*/ 1250 h 112056"/>
                    <a:gd name="csX5" fmla="*/ 81967 w 82694"/>
                    <a:gd name="csY5" fmla="*/ 105799 h 112056"/>
                    <a:gd name="csX6" fmla="*/ 81096 w 82694"/>
                    <a:gd name="csY6" fmla="*/ 111264 h 112056"/>
                    <a:gd name="csX7" fmla="*/ 78720 w 82694"/>
                    <a:gd name="csY7" fmla="*/ 112056 h 1120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</a:cxnLst>
                  <a:rect l="l" t="t" r="r" b="b"/>
                  <a:pathLst>
                    <a:path w="82694" h="112056">
                      <a:moveTo>
                        <a:pt x="78720" y="112056"/>
                      </a:moveTo>
                      <a:cubicBezTo>
                        <a:pt x="77453" y="112064"/>
                        <a:pt x="76265" y="111440"/>
                        <a:pt x="75552" y="110392"/>
                      </a:cubicBezTo>
                      <a:lnTo>
                        <a:pt x="467" y="5923"/>
                      </a:lnTo>
                      <a:cubicBezTo>
                        <a:pt x="-573" y="3949"/>
                        <a:pt x="184" y="1506"/>
                        <a:pt x="2157" y="466"/>
                      </a:cubicBezTo>
                      <a:cubicBezTo>
                        <a:pt x="3754" y="-375"/>
                        <a:pt x="5715" y="-56"/>
                        <a:pt x="6961" y="1250"/>
                      </a:cubicBezTo>
                      <a:lnTo>
                        <a:pt x="81967" y="105799"/>
                      </a:lnTo>
                      <a:cubicBezTo>
                        <a:pt x="83209" y="107555"/>
                        <a:pt x="82822" y="109981"/>
                        <a:pt x="81096" y="111264"/>
                      </a:cubicBezTo>
                      <a:cubicBezTo>
                        <a:pt x="80420" y="111794"/>
                        <a:pt x="79580" y="112074"/>
                        <a:pt x="78720" y="112056"/>
                      </a:cubicBezTo>
                      <a:close/>
                    </a:path>
                  </a:pathLst>
                </a:custGeom>
                <a:solidFill>
                  <a:srgbClr val="FFEE40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0" name="Freeform: Shape 199">
                  <a:extLst>
                    <a:ext uri="{FF2B5EF4-FFF2-40B4-BE49-F238E27FC236}">
                      <a16:creationId xmlns:a16="http://schemas.microsoft.com/office/drawing/2014/main" id="{7743C42C-6B99-3582-11C4-7D35A7F5A648}"/>
                    </a:ext>
                  </a:extLst>
                </p:cNvPr>
                <p:cNvSpPr/>
                <p:nvPr/>
              </p:nvSpPr>
              <p:spPr>
                <a:xfrm>
                  <a:off x="3055383" y="4912446"/>
                  <a:ext cx="82968" cy="112408"/>
                </a:xfrm>
                <a:custGeom>
                  <a:avLst/>
                  <a:gdLst>
                    <a:gd name="csX0" fmla="*/ 3985 w 82968"/>
                    <a:gd name="csY0" fmla="*/ 112408 h 112408"/>
                    <a:gd name="csX1" fmla="*/ 1688 w 82968"/>
                    <a:gd name="csY1" fmla="*/ 111695 h 112408"/>
                    <a:gd name="csX2" fmla="*/ 717 w 82968"/>
                    <a:gd name="csY2" fmla="*/ 106179 h 112408"/>
                    <a:gd name="csX3" fmla="*/ 737 w 82968"/>
                    <a:gd name="csY3" fmla="*/ 106151 h 112408"/>
                    <a:gd name="csX4" fmla="*/ 75743 w 82968"/>
                    <a:gd name="csY4" fmla="*/ 1681 h 112408"/>
                    <a:gd name="csX5" fmla="*/ 81288 w 82968"/>
                    <a:gd name="csY5" fmla="*/ 731 h 112408"/>
                    <a:gd name="csX6" fmla="*/ 82238 w 82968"/>
                    <a:gd name="csY6" fmla="*/ 6275 h 112408"/>
                    <a:gd name="csX7" fmla="*/ 7153 w 82968"/>
                    <a:gd name="csY7" fmla="*/ 110824 h 112408"/>
                    <a:gd name="csX8" fmla="*/ 3985 w 82968"/>
                    <a:gd name="csY8" fmla="*/ 112408 h 11240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82968" h="112408">
                      <a:moveTo>
                        <a:pt x="3985" y="112408"/>
                      </a:moveTo>
                      <a:cubicBezTo>
                        <a:pt x="3165" y="112404"/>
                        <a:pt x="2366" y="112156"/>
                        <a:pt x="1688" y="111695"/>
                      </a:cubicBezTo>
                      <a:cubicBezTo>
                        <a:pt x="-103" y="110440"/>
                        <a:pt x="-538" y="107971"/>
                        <a:pt x="717" y="106179"/>
                      </a:cubicBezTo>
                      <a:cubicBezTo>
                        <a:pt x="724" y="106170"/>
                        <a:pt x="731" y="106160"/>
                        <a:pt x="737" y="106151"/>
                      </a:cubicBezTo>
                      <a:lnTo>
                        <a:pt x="75743" y="1681"/>
                      </a:lnTo>
                      <a:cubicBezTo>
                        <a:pt x="77012" y="-113"/>
                        <a:pt x="79494" y="-538"/>
                        <a:pt x="81288" y="731"/>
                      </a:cubicBezTo>
                      <a:cubicBezTo>
                        <a:pt x="83081" y="1999"/>
                        <a:pt x="83507" y="4481"/>
                        <a:pt x="82238" y="6275"/>
                      </a:cubicBezTo>
                      <a:lnTo>
                        <a:pt x="7153" y="110824"/>
                      </a:lnTo>
                      <a:cubicBezTo>
                        <a:pt x="6414" y="111831"/>
                        <a:pt x="5234" y="112421"/>
                        <a:pt x="3985" y="112408"/>
                      </a:cubicBezTo>
                      <a:close/>
                    </a:path>
                  </a:pathLst>
                </a:custGeom>
                <a:solidFill>
                  <a:srgbClr val="FFEE40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1" name="Oval 200">
                  <a:extLst>
                    <a:ext uri="{FF2B5EF4-FFF2-40B4-BE49-F238E27FC236}">
                      <a16:creationId xmlns:a16="http://schemas.microsoft.com/office/drawing/2014/main" id="{63B36195-52AE-6C1A-1B3C-9F3F32BA3FF4}"/>
                    </a:ext>
                  </a:extLst>
                </p:cNvPr>
                <p:cNvSpPr/>
                <p:nvPr/>
              </p:nvSpPr>
              <p:spPr>
                <a:xfrm rot="-1911600">
                  <a:off x="2936656" y="4966328"/>
                  <a:ext cx="226206" cy="182327"/>
                </a:xfrm>
                <a:prstGeom prst="ellipse">
                  <a:avLst/>
                </a:prstGeom>
                <a:solidFill>
                  <a:srgbClr val="263238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2" name="Freeform: Shape 201">
                  <a:extLst>
                    <a:ext uri="{FF2B5EF4-FFF2-40B4-BE49-F238E27FC236}">
                      <a16:creationId xmlns:a16="http://schemas.microsoft.com/office/drawing/2014/main" id="{C33739E5-9997-5197-9127-566461B073A8}"/>
                    </a:ext>
                  </a:extLst>
                </p:cNvPr>
                <p:cNvSpPr/>
                <p:nvPr/>
              </p:nvSpPr>
              <p:spPr>
                <a:xfrm>
                  <a:off x="2796648" y="5718838"/>
                  <a:ext cx="207117" cy="1385037"/>
                </a:xfrm>
                <a:custGeom>
                  <a:avLst/>
                  <a:gdLst>
                    <a:gd name="csX0" fmla="*/ 0 w 207117"/>
                    <a:gd name="csY0" fmla="*/ 0 h 1385037"/>
                    <a:gd name="csX1" fmla="*/ 26771 w 207117"/>
                    <a:gd name="csY1" fmla="*/ 692479 h 1385037"/>
                    <a:gd name="csX2" fmla="*/ 33186 w 207117"/>
                    <a:gd name="csY2" fmla="*/ 1385037 h 1385037"/>
                    <a:gd name="csX3" fmla="*/ 85619 w 207117"/>
                    <a:gd name="csY3" fmla="*/ 1385037 h 1385037"/>
                    <a:gd name="csX4" fmla="*/ 144468 w 207117"/>
                    <a:gd name="csY4" fmla="*/ 692479 h 1385037"/>
                    <a:gd name="csX5" fmla="*/ 207118 w 207117"/>
                    <a:gd name="csY5" fmla="*/ 0 h 138503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</a:cxnLst>
                  <a:rect l="l" t="t" r="r" b="b"/>
                  <a:pathLst>
                    <a:path w="207117" h="1385037">
                      <a:moveTo>
                        <a:pt x="0" y="0"/>
                      </a:moveTo>
                      <a:cubicBezTo>
                        <a:pt x="0" y="0"/>
                        <a:pt x="22415" y="492885"/>
                        <a:pt x="26771" y="692479"/>
                      </a:cubicBezTo>
                      <a:cubicBezTo>
                        <a:pt x="31206" y="900152"/>
                        <a:pt x="33186" y="1385037"/>
                        <a:pt x="33186" y="1385037"/>
                      </a:cubicBezTo>
                      <a:lnTo>
                        <a:pt x="85619" y="1385037"/>
                      </a:lnTo>
                      <a:cubicBezTo>
                        <a:pt x="85619" y="1385037"/>
                        <a:pt x="169179" y="982048"/>
                        <a:pt x="144468" y="692479"/>
                      </a:cubicBezTo>
                      <a:cubicBezTo>
                        <a:pt x="181852" y="470154"/>
                        <a:pt x="207118" y="0"/>
                        <a:pt x="207118" y="0"/>
                      </a:cubicBezTo>
                      <a:close/>
                    </a:path>
                  </a:pathLst>
                </a:custGeom>
                <a:solidFill>
                  <a:srgbClr val="FF8B7B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3" name="Freeform: Shape 202">
                  <a:extLst>
                    <a:ext uri="{FF2B5EF4-FFF2-40B4-BE49-F238E27FC236}">
                      <a16:creationId xmlns:a16="http://schemas.microsoft.com/office/drawing/2014/main" id="{D1A7A6E5-7673-1383-B652-FFB9BAF3217F}"/>
                    </a:ext>
                  </a:extLst>
                </p:cNvPr>
                <p:cNvSpPr/>
                <p:nvPr/>
              </p:nvSpPr>
              <p:spPr>
                <a:xfrm>
                  <a:off x="2866110" y="5718838"/>
                  <a:ext cx="349096" cy="1385037"/>
                </a:xfrm>
                <a:custGeom>
                  <a:avLst/>
                  <a:gdLst>
                    <a:gd name="csX0" fmla="*/ 0 w 349096"/>
                    <a:gd name="csY0" fmla="*/ 0 h 1385037"/>
                    <a:gd name="csX1" fmla="*/ 175912 w 349096"/>
                    <a:gd name="csY1" fmla="*/ 709191 h 1385037"/>
                    <a:gd name="csX2" fmla="*/ 302638 w 349096"/>
                    <a:gd name="csY2" fmla="*/ 1385037 h 1385037"/>
                    <a:gd name="csX3" fmla="*/ 347942 w 349096"/>
                    <a:gd name="csY3" fmla="*/ 1385037 h 1385037"/>
                    <a:gd name="csX4" fmla="*/ 290520 w 349096"/>
                    <a:gd name="csY4" fmla="*/ 675846 h 1385037"/>
                    <a:gd name="csX5" fmla="*/ 196663 w 349096"/>
                    <a:gd name="csY5" fmla="*/ 0 h 138503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</a:cxnLst>
                  <a:rect l="l" t="t" r="r" b="b"/>
                  <a:pathLst>
                    <a:path w="349096" h="1385037">
                      <a:moveTo>
                        <a:pt x="0" y="0"/>
                      </a:moveTo>
                      <a:cubicBezTo>
                        <a:pt x="0" y="0"/>
                        <a:pt x="124825" y="516171"/>
                        <a:pt x="175912" y="709191"/>
                      </a:cubicBezTo>
                      <a:cubicBezTo>
                        <a:pt x="229533" y="911874"/>
                        <a:pt x="301925" y="1369989"/>
                        <a:pt x="302638" y="1385037"/>
                      </a:cubicBezTo>
                      <a:lnTo>
                        <a:pt x="347942" y="1385037"/>
                      </a:lnTo>
                      <a:cubicBezTo>
                        <a:pt x="347942" y="1385037"/>
                        <a:pt x="362199" y="855797"/>
                        <a:pt x="290520" y="675846"/>
                      </a:cubicBezTo>
                      <a:cubicBezTo>
                        <a:pt x="290520" y="450353"/>
                        <a:pt x="196663" y="0"/>
                        <a:pt x="196663" y="0"/>
                      </a:cubicBezTo>
                      <a:close/>
                    </a:path>
                  </a:pathLst>
                </a:custGeom>
                <a:solidFill>
                  <a:srgbClr val="FF8B7B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4" name="Freeform: Shape 203">
                  <a:extLst>
                    <a:ext uri="{FF2B5EF4-FFF2-40B4-BE49-F238E27FC236}">
                      <a16:creationId xmlns:a16="http://schemas.microsoft.com/office/drawing/2014/main" id="{DD188892-627F-C29D-41E1-86EB197507D0}"/>
                    </a:ext>
                  </a:extLst>
                </p:cNvPr>
                <p:cNvSpPr/>
                <p:nvPr/>
              </p:nvSpPr>
              <p:spPr>
                <a:xfrm>
                  <a:off x="3134890" y="7089927"/>
                  <a:ext cx="91797" cy="125942"/>
                </a:xfrm>
                <a:custGeom>
                  <a:avLst/>
                  <a:gdLst>
                    <a:gd name="csX0" fmla="*/ 48986 w 91797"/>
                    <a:gd name="csY0" fmla="*/ 1276 h 125942"/>
                    <a:gd name="csX1" fmla="*/ 90805 w 91797"/>
                    <a:gd name="csY1" fmla="*/ 33987 h 125942"/>
                    <a:gd name="csX2" fmla="*/ 85657 w 91797"/>
                    <a:gd name="csY2" fmla="*/ 69787 h 125942"/>
                    <a:gd name="csX3" fmla="*/ 42016 w 91797"/>
                    <a:gd name="csY3" fmla="*/ 125942 h 125942"/>
                    <a:gd name="csX4" fmla="*/ 5186 w 91797"/>
                    <a:gd name="csY4" fmla="*/ 96162 h 125942"/>
                    <a:gd name="csX5" fmla="*/ 25937 w 91797"/>
                    <a:gd name="csY5" fmla="*/ 31056 h 125942"/>
                    <a:gd name="csX6" fmla="*/ 48986 w 91797"/>
                    <a:gd name="csY6" fmla="*/ 1276 h 12594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</a:cxnLst>
                  <a:rect l="l" t="t" r="r" b="b"/>
                  <a:pathLst>
                    <a:path w="91797" h="125942">
                      <a:moveTo>
                        <a:pt x="48986" y="1276"/>
                      </a:moveTo>
                      <a:cubicBezTo>
                        <a:pt x="87637" y="-5140"/>
                        <a:pt x="87558" y="13711"/>
                        <a:pt x="90805" y="33987"/>
                      </a:cubicBezTo>
                      <a:cubicBezTo>
                        <a:pt x="93139" y="46160"/>
                        <a:pt x="91327" y="58765"/>
                        <a:pt x="85657" y="69787"/>
                      </a:cubicBezTo>
                      <a:cubicBezTo>
                        <a:pt x="72747" y="92439"/>
                        <a:pt x="85657" y="125942"/>
                        <a:pt x="42016" y="125942"/>
                      </a:cubicBezTo>
                      <a:cubicBezTo>
                        <a:pt x="-1626" y="125942"/>
                        <a:pt x="-5903" y="116438"/>
                        <a:pt x="5186" y="96162"/>
                      </a:cubicBezTo>
                      <a:cubicBezTo>
                        <a:pt x="15503" y="75694"/>
                        <a:pt x="22507" y="53719"/>
                        <a:pt x="25937" y="31056"/>
                      </a:cubicBezTo>
                      <a:cubicBezTo>
                        <a:pt x="28155" y="19334"/>
                        <a:pt x="31798" y="4127"/>
                        <a:pt x="48986" y="1276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5" name="Freeform: Shape 204">
                  <a:extLst>
                    <a:ext uri="{FF2B5EF4-FFF2-40B4-BE49-F238E27FC236}">
                      <a16:creationId xmlns:a16="http://schemas.microsoft.com/office/drawing/2014/main" id="{7791721A-B492-D49E-0CB4-550F54D8EEBB}"/>
                    </a:ext>
                  </a:extLst>
                </p:cNvPr>
                <p:cNvSpPr/>
                <p:nvPr/>
              </p:nvSpPr>
              <p:spPr>
                <a:xfrm>
                  <a:off x="3207320" y="7129379"/>
                  <a:ext cx="19484" cy="86490"/>
                </a:xfrm>
                <a:custGeom>
                  <a:avLst/>
                  <a:gdLst>
                    <a:gd name="csX0" fmla="*/ 15999 w 19484"/>
                    <a:gd name="csY0" fmla="*/ 0 h 86490"/>
                    <a:gd name="csX1" fmla="*/ 19484 w 19484"/>
                    <a:gd name="csY1" fmla="*/ 86490 h 86490"/>
                    <a:gd name="csX2" fmla="*/ 12593 w 19484"/>
                    <a:gd name="csY2" fmla="*/ 86490 h 86490"/>
                    <a:gd name="csX3" fmla="*/ 0 w 19484"/>
                    <a:gd name="csY3" fmla="*/ 4831 h 8649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9484" h="86490">
                      <a:moveTo>
                        <a:pt x="15999" y="0"/>
                      </a:moveTo>
                      <a:cubicBezTo>
                        <a:pt x="16949" y="26137"/>
                        <a:pt x="19484" y="86490"/>
                        <a:pt x="19484" y="86490"/>
                      </a:cubicBezTo>
                      <a:lnTo>
                        <a:pt x="12593" y="86490"/>
                      </a:lnTo>
                      <a:cubicBezTo>
                        <a:pt x="12593" y="86490"/>
                        <a:pt x="4673" y="22177"/>
                        <a:pt x="0" y="4831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6" name="Freeform: Shape 205">
                  <a:extLst>
                    <a:ext uri="{FF2B5EF4-FFF2-40B4-BE49-F238E27FC236}">
                      <a16:creationId xmlns:a16="http://schemas.microsoft.com/office/drawing/2014/main" id="{07E3B5FF-12C3-FB1D-DF07-EC7F49AF9FB0}"/>
                    </a:ext>
                  </a:extLst>
                </p:cNvPr>
                <p:cNvSpPr/>
                <p:nvPr/>
              </p:nvSpPr>
              <p:spPr>
                <a:xfrm>
                  <a:off x="2866412" y="5091379"/>
                  <a:ext cx="50611" cy="57894"/>
                </a:xfrm>
                <a:custGeom>
                  <a:avLst/>
                  <a:gdLst>
                    <a:gd name="csX0" fmla="*/ 48409 w 50611"/>
                    <a:gd name="csY0" fmla="*/ 30816 h 57894"/>
                    <a:gd name="csX1" fmla="*/ 22747 w 50611"/>
                    <a:gd name="csY1" fmla="*/ 56320 h 57894"/>
                    <a:gd name="csX2" fmla="*/ 490 w 50611"/>
                    <a:gd name="csY2" fmla="*/ 33667 h 57894"/>
                    <a:gd name="csX3" fmla="*/ 30271 w 50611"/>
                    <a:gd name="csY3" fmla="*/ 6 h 57894"/>
                    <a:gd name="csX4" fmla="*/ 50585 w 50611"/>
                    <a:gd name="csY4" fmla="*/ 22411 h 57894"/>
                    <a:gd name="csX5" fmla="*/ 48409 w 50611"/>
                    <a:gd name="csY5" fmla="*/ 30816 h 5789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</a:cxnLst>
                  <a:rect l="l" t="t" r="r" b="b"/>
                  <a:pathLst>
                    <a:path w="50611" h="57894">
                      <a:moveTo>
                        <a:pt x="48409" y="30816"/>
                      </a:moveTo>
                      <a:cubicBezTo>
                        <a:pt x="43552" y="42368"/>
                        <a:pt x="34329" y="51535"/>
                        <a:pt x="22747" y="56320"/>
                      </a:cubicBezTo>
                      <a:cubicBezTo>
                        <a:pt x="6906" y="62577"/>
                        <a:pt x="-2281" y="49191"/>
                        <a:pt x="490" y="33667"/>
                      </a:cubicBezTo>
                      <a:cubicBezTo>
                        <a:pt x="2946" y="19648"/>
                        <a:pt x="14034" y="-390"/>
                        <a:pt x="30271" y="6"/>
                      </a:cubicBezTo>
                      <a:cubicBezTo>
                        <a:pt x="42068" y="583"/>
                        <a:pt x="51162" y="10614"/>
                        <a:pt x="50585" y="22411"/>
                      </a:cubicBezTo>
                      <a:cubicBezTo>
                        <a:pt x="50442" y="25332"/>
                        <a:pt x="49701" y="28193"/>
                        <a:pt x="48409" y="30816"/>
                      </a:cubicBezTo>
                      <a:close/>
                    </a:path>
                  </a:pathLst>
                </a:custGeom>
                <a:solidFill>
                  <a:srgbClr val="FF8B7B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207" name="Graphic 28">
                  <a:extLst>
                    <a:ext uri="{FF2B5EF4-FFF2-40B4-BE49-F238E27FC236}">
                      <a16:creationId xmlns:a16="http://schemas.microsoft.com/office/drawing/2014/main" id="{43B3D37E-616D-74C2-3052-6F797026A951}"/>
                    </a:ext>
                  </a:extLst>
                </p:cNvPr>
                <p:cNvGrpSpPr/>
                <p:nvPr/>
              </p:nvGrpSpPr>
              <p:grpSpPr>
                <a:xfrm>
                  <a:off x="2822865" y="6330212"/>
                  <a:ext cx="348338" cy="194286"/>
                  <a:chOff x="2822865" y="6330212"/>
                  <a:chExt cx="348338" cy="194286"/>
                </a:xfrm>
                <a:solidFill>
                  <a:srgbClr val="000000"/>
                </a:solidFill>
              </p:grpSpPr>
              <p:sp>
                <p:nvSpPr>
                  <p:cNvPr id="208" name="Freeform: Shape 207">
                    <a:extLst>
                      <a:ext uri="{FF2B5EF4-FFF2-40B4-BE49-F238E27FC236}">
                        <a16:creationId xmlns:a16="http://schemas.microsoft.com/office/drawing/2014/main" id="{A51C7278-B43B-C655-BFD4-155F938F1287}"/>
                      </a:ext>
                    </a:extLst>
                  </p:cNvPr>
                  <p:cNvSpPr/>
                  <p:nvPr/>
                </p:nvSpPr>
                <p:spPr>
                  <a:xfrm>
                    <a:off x="2822865" y="6365379"/>
                    <a:ext cx="125379" cy="159120"/>
                  </a:xfrm>
                  <a:custGeom>
                    <a:avLst/>
                    <a:gdLst>
                      <a:gd name="csX0" fmla="*/ 0 w 125379"/>
                      <a:gd name="csY0" fmla="*/ 21464 h 159120"/>
                      <a:gd name="csX1" fmla="*/ 554 w 125379"/>
                      <a:gd name="csY1" fmla="*/ 45938 h 159120"/>
                      <a:gd name="csX2" fmla="*/ 2455 w 125379"/>
                      <a:gd name="csY2" fmla="*/ 159121 h 159120"/>
                      <a:gd name="csX3" fmla="*/ 122528 w 125379"/>
                      <a:gd name="csY3" fmla="*/ 130607 h 159120"/>
                      <a:gd name="csX4" fmla="*/ 118251 w 125379"/>
                      <a:gd name="csY4" fmla="*/ 45938 h 159120"/>
                      <a:gd name="csX5" fmla="*/ 125380 w 125379"/>
                      <a:gd name="csY5" fmla="*/ 0 h 15912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125379" h="159120">
                        <a:moveTo>
                          <a:pt x="0" y="21464"/>
                        </a:moveTo>
                        <a:cubicBezTo>
                          <a:pt x="0" y="30018"/>
                          <a:pt x="396" y="38176"/>
                          <a:pt x="554" y="45938"/>
                        </a:cubicBezTo>
                        <a:cubicBezTo>
                          <a:pt x="1267" y="77620"/>
                          <a:pt x="1901" y="116667"/>
                          <a:pt x="2455" y="159121"/>
                        </a:cubicBezTo>
                        <a:lnTo>
                          <a:pt x="122528" y="130607"/>
                        </a:lnTo>
                        <a:cubicBezTo>
                          <a:pt x="121974" y="101698"/>
                          <a:pt x="120548" y="73264"/>
                          <a:pt x="118251" y="45938"/>
                        </a:cubicBezTo>
                        <a:cubicBezTo>
                          <a:pt x="120628" y="31602"/>
                          <a:pt x="123004" y="16237"/>
                          <a:pt x="125380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7906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09" name="Freeform: Shape 208">
                    <a:extLst>
                      <a:ext uri="{FF2B5EF4-FFF2-40B4-BE49-F238E27FC236}">
                        <a16:creationId xmlns:a16="http://schemas.microsoft.com/office/drawing/2014/main" id="{B3565656-B1CA-510E-2975-981054E468DD}"/>
                      </a:ext>
                    </a:extLst>
                  </p:cNvPr>
                  <p:cNvSpPr/>
                  <p:nvPr/>
                </p:nvSpPr>
                <p:spPr>
                  <a:xfrm>
                    <a:off x="3022221" y="6330212"/>
                    <a:ext cx="148982" cy="140269"/>
                  </a:xfrm>
                  <a:custGeom>
                    <a:avLst/>
                    <a:gdLst>
                      <a:gd name="csX0" fmla="*/ 133854 w 148982"/>
                      <a:gd name="csY0" fmla="*/ 64472 h 140269"/>
                      <a:gd name="csX1" fmla="*/ 131716 w 148982"/>
                      <a:gd name="csY1" fmla="*/ 0 h 140269"/>
                      <a:gd name="csX2" fmla="*/ 0 w 148982"/>
                      <a:gd name="csY2" fmla="*/ 22494 h 140269"/>
                      <a:gd name="csX3" fmla="*/ 19563 w 148982"/>
                      <a:gd name="csY3" fmla="*/ 97817 h 140269"/>
                      <a:gd name="csX4" fmla="*/ 30177 w 148982"/>
                      <a:gd name="csY4" fmla="*/ 140270 h 140269"/>
                      <a:gd name="csX5" fmla="*/ 148982 w 148982"/>
                      <a:gd name="csY5" fmla="*/ 112073 h 140269"/>
                      <a:gd name="csX6" fmla="*/ 133854 w 148982"/>
                      <a:gd name="csY6" fmla="*/ 64472 h 14026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148982" h="140269">
                        <a:moveTo>
                          <a:pt x="133854" y="64472"/>
                        </a:moveTo>
                        <a:cubicBezTo>
                          <a:pt x="133854" y="44592"/>
                          <a:pt x="133062" y="22969"/>
                          <a:pt x="131716" y="0"/>
                        </a:cubicBezTo>
                        <a:lnTo>
                          <a:pt x="0" y="22494"/>
                        </a:lnTo>
                        <a:cubicBezTo>
                          <a:pt x="7287" y="50849"/>
                          <a:pt x="13861" y="76352"/>
                          <a:pt x="19563" y="97817"/>
                        </a:cubicBezTo>
                        <a:cubicBezTo>
                          <a:pt x="23048" y="110964"/>
                          <a:pt x="26586" y="125116"/>
                          <a:pt x="30177" y="140270"/>
                        </a:cubicBezTo>
                        <a:lnTo>
                          <a:pt x="148982" y="112073"/>
                        </a:lnTo>
                        <a:cubicBezTo>
                          <a:pt x="144916" y="95912"/>
                          <a:pt x="139864" y="80015"/>
                          <a:pt x="133854" y="64472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7906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210" name="Freeform: Shape 209">
                  <a:extLst>
                    <a:ext uri="{FF2B5EF4-FFF2-40B4-BE49-F238E27FC236}">
                      <a16:creationId xmlns:a16="http://schemas.microsoft.com/office/drawing/2014/main" id="{1B5D8C01-0589-D067-9A34-1995126AA19E}"/>
                    </a:ext>
                  </a:extLst>
                </p:cNvPr>
                <p:cNvSpPr/>
                <p:nvPr/>
              </p:nvSpPr>
              <p:spPr>
                <a:xfrm>
                  <a:off x="2796648" y="5718838"/>
                  <a:ext cx="380806" cy="784909"/>
                </a:xfrm>
                <a:custGeom>
                  <a:avLst/>
                  <a:gdLst>
                    <a:gd name="csX0" fmla="*/ 0 w 380806"/>
                    <a:gd name="csY0" fmla="*/ 0 h 784909"/>
                    <a:gd name="csX1" fmla="*/ 7920 w 380806"/>
                    <a:gd name="csY1" fmla="*/ 784910 h 784909"/>
                    <a:gd name="csX2" fmla="*/ 380178 w 380806"/>
                    <a:gd name="csY2" fmla="*/ 705706 h 784909"/>
                    <a:gd name="csX3" fmla="*/ 265967 w 380806"/>
                    <a:gd name="csY3" fmla="*/ 0 h 78490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380806" h="784909">
                      <a:moveTo>
                        <a:pt x="0" y="0"/>
                      </a:moveTo>
                      <a:lnTo>
                        <a:pt x="7920" y="784910"/>
                      </a:lnTo>
                      <a:lnTo>
                        <a:pt x="380178" y="705706"/>
                      </a:lnTo>
                      <a:cubicBezTo>
                        <a:pt x="386039" y="257808"/>
                        <a:pt x="351111" y="102886"/>
                        <a:pt x="265967" y="0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1" name="Freeform: Shape 210">
                  <a:extLst>
                    <a:ext uri="{FF2B5EF4-FFF2-40B4-BE49-F238E27FC236}">
                      <a16:creationId xmlns:a16="http://schemas.microsoft.com/office/drawing/2014/main" id="{1E677CA5-BB6F-C331-E6C0-C9A9FFF0E135}"/>
                    </a:ext>
                  </a:extLst>
                </p:cNvPr>
                <p:cNvSpPr/>
                <p:nvPr/>
              </p:nvSpPr>
              <p:spPr>
                <a:xfrm>
                  <a:off x="2886228" y="5912570"/>
                  <a:ext cx="161100" cy="80154"/>
                </a:xfrm>
                <a:custGeom>
                  <a:avLst/>
                  <a:gdLst>
                    <a:gd name="csX0" fmla="*/ 161101 w 161100"/>
                    <a:gd name="csY0" fmla="*/ 0 h 80154"/>
                    <a:gd name="csX1" fmla="*/ 0 w 161100"/>
                    <a:gd name="csY1" fmla="*/ 80154 h 80154"/>
                    <a:gd name="csX2" fmla="*/ 161101 w 161100"/>
                    <a:gd name="csY2" fmla="*/ 0 h 8015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161100" h="80154">
                      <a:moveTo>
                        <a:pt x="161101" y="0"/>
                      </a:moveTo>
                      <a:cubicBezTo>
                        <a:pt x="161101" y="0"/>
                        <a:pt x="88708" y="60195"/>
                        <a:pt x="0" y="80154"/>
                      </a:cubicBezTo>
                      <a:cubicBezTo>
                        <a:pt x="92431" y="73105"/>
                        <a:pt x="139319" y="47126"/>
                        <a:pt x="161101" y="0"/>
                      </a:cubicBezTo>
                      <a:close/>
                    </a:path>
                  </a:pathLst>
                </a:custGeom>
                <a:solidFill>
                  <a:srgbClr val="000000">
                    <a:alpha val="20000"/>
                  </a:srgbClr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2" name="Freeform: Shape 211">
                  <a:extLst>
                    <a:ext uri="{FF2B5EF4-FFF2-40B4-BE49-F238E27FC236}">
                      <a16:creationId xmlns:a16="http://schemas.microsoft.com/office/drawing/2014/main" id="{19E7ADE9-5CA9-5038-B30B-CA0DAFA2ED48}"/>
                    </a:ext>
                  </a:extLst>
                </p:cNvPr>
                <p:cNvSpPr/>
                <p:nvPr/>
              </p:nvSpPr>
              <p:spPr>
                <a:xfrm>
                  <a:off x="2786589" y="5661734"/>
                  <a:ext cx="307874" cy="111556"/>
                </a:xfrm>
                <a:custGeom>
                  <a:avLst/>
                  <a:gdLst>
                    <a:gd name="csX0" fmla="*/ 0 w 307874"/>
                    <a:gd name="csY0" fmla="*/ 7760 h 111556"/>
                    <a:gd name="csX1" fmla="*/ 4990 w 307874"/>
                    <a:gd name="csY1" fmla="*/ 58213 h 111556"/>
                    <a:gd name="csX2" fmla="*/ 8316 w 307874"/>
                    <a:gd name="csY2" fmla="*/ 107478 h 111556"/>
                    <a:gd name="csX3" fmla="*/ 307786 w 307874"/>
                    <a:gd name="csY3" fmla="*/ 98290 h 111556"/>
                    <a:gd name="csX4" fmla="*/ 282203 w 307874"/>
                    <a:gd name="csY4" fmla="*/ 54411 h 111556"/>
                    <a:gd name="csX5" fmla="*/ 277609 w 307874"/>
                    <a:gd name="csY5" fmla="*/ 4513 h 111556"/>
                    <a:gd name="csX6" fmla="*/ 0 w 307874"/>
                    <a:gd name="csY6" fmla="*/ 7760 h 1115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</a:cxnLst>
                  <a:rect l="l" t="t" r="r" b="b"/>
                  <a:pathLst>
                    <a:path w="307874" h="111556">
                      <a:moveTo>
                        <a:pt x="0" y="7760"/>
                      </a:moveTo>
                      <a:cubicBezTo>
                        <a:pt x="779" y="24653"/>
                        <a:pt x="2445" y="41494"/>
                        <a:pt x="4990" y="58213"/>
                      </a:cubicBezTo>
                      <a:cubicBezTo>
                        <a:pt x="5465" y="62965"/>
                        <a:pt x="6811" y="99241"/>
                        <a:pt x="8316" y="107478"/>
                      </a:cubicBezTo>
                      <a:cubicBezTo>
                        <a:pt x="9821" y="115715"/>
                        <a:pt x="313806" y="110884"/>
                        <a:pt x="307786" y="98290"/>
                      </a:cubicBezTo>
                      <a:cubicBezTo>
                        <a:pt x="301767" y="85697"/>
                        <a:pt x="282203" y="59955"/>
                        <a:pt x="282203" y="54411"/>
                      </a:cubicBezTo>
                      <a:cubicBezTo>
                        <a:pt x="282203" y="48867"/>
                        <a:pt x="280144" y="7919"/>
                        <a:pt x="277609" y="4513"/>
                      </a:cubicBezTo>
                      <a:cubicBezTo>
                        <a:pt x="275075" y="1107"/>
                        <a:pt x="1505" y="-5071"/>
                        <a:pt x="0" y="7760"/>
                      </a:cubicBezTo>
                      <a:close/>
                    </a:path>
                  </a:pathLst>
                </a:custGeom>
                <a:solidFill>
                  <a:srgbClr val="FFEE40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3" name="Freeform: Shape 212">
                  <a:extLst>
                    <a:ext uri="{FF2B5EF4-FFF2-40B4-BE49-F238E27FC236}">
                      <a16:creationId xmlns:a16="http://schemas.microsoft.com/office/drawing/2014/main" id="{0F717843-38B1-A354-6D97-262B167B4410}"/>
                    </a:ext>
                  </a:extLst>
                </p:cNvPr>
                <p:cNvSpPr/>
                <p:nvPr/>
              </p:nvSpPr>
              <p:spPr>
                <a:xfrm>
                  <a:off x="2786589" y="5661734"/>
                  <a:ext cx="307874" cy="111556"/>
                </a:xfrm>
                <a:custGeom>
                  <a:avLst/>
                  <a:gdLst>
                    <a:gd name="csX0" fmla="*/ 0 w 307874"/>
                    <a:gd name="csY0" fmla="*/ 7760 h 111556"/>
                    <a:gd name="csX1" fmla="*/ 4990 w 307874"/>
                    <a:gd name="csY1" fmla="*/ 58213 h 111556"/>
                    <a:gd name="csX2" fmla="*/ 8316 w 307874"/>
                    <a:gd name="csY2" fmla="*/ 107478 h 111556"/>
                    <a:gd name="csX3" fmla="*/ 307786 w 307874"/>
                    <a:gd name="csY3" fmla="*/ 98290 h 111556"/>
                    <a:gd name="csX4" fmla="*/ 282203 w 307874"/>
                    <a:gd name="csY4" fmla="*/ 54411 h 111556"/>
                    <a:gd name="csX5" fmla="*/ 277609 w 307874"/>
                    <a:gd name="csY5" fmla="*/ 4513 h 111556"/>
                    <a:gd name="csX6" fmla="*/ 0 w 307874"/>
                    <a:gd name="csY6" fmla="*/ 7760 h 1115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</a:cxnLst>
                  <a:rect l="l" t="t" r="r" b="b"/>
                  <a:pathLst>
                    <a:path w="307874" h="111556">
                      <a:moveTo>
                        <a:pt x="0" y="7760"/>
                      </a:moveTo>
                      <a:cubicBezTo>
                        <a:pt x="779" y="24653"/>
                        <a:pt x="2445" y="41494"/>
                        <a:pt x="4990" y="58213"/>
                      </a:cubicBezTo>
                      <a:cubicBezTo>
                        <a:pt x="5465" y="62965"/>
                        <a:pt x="6811" y="99241"/>
                        <a:pt x="8316" y="107478"/>
                      </a:cubicBezTo>
                      <a:cubicBezTo>
                        <a:pt x="9821" y="115715"/>
                        <a:pt x="313806" y="110884"/>
                        <a:pt x="307786" y="98290"/>
                      </a:cubicBezTo>
                      <a:cubicBezTo>
                        <a:pt x="301767" y="85697"/>
                        <a:pt x="282203" y="59955"/>
                        <a:pt x="282203" y="54411"/>
                      </a:cubicBezTo>
                      <a:cubicBezTo>
                        <a:pt x="282203" y="48867"/>
                        <a:pt x="280144" y="7919"/>
                        <a:pt x="277609" y="4513"/>
                      </a:cubicBezTo>
                      <a:cubicBezTo>
                        <a:pt x="275075" y="1107"/>
                        <a:pt x="1505" y="-5071"/>
                        <a:pt x="0" y="7760"/>
                      </a:cubicBezTo>
                      <a:close/>
                    </a:path>
                  </a:pathLst>
                </a:custGeom>
                <a:solidFill>
                  <a:srgbClr val="FFFFFF">
                    <a:alpha val="20000"/>
                  </a:srgbClr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4" name="Freeform: Shape 213">
                  <a:extLst>
                    <a:ext uri="{FF2B5EF4-FFF2-40B4-BE49-F238E27FC236}">
                      <a16:creationId xmlns:a16="http://schemas.microsoft.com/office/drawing/2014/main" id="{CE1BADDA-11FE-EA96-4B81-52A9B395FB22}"/>
                    </a:ext>
                  </a:extLst>
                </p:cNvPr>
                <p:cNvSpPr/>
                <p:nvPr/>
              </p:nvSpPr>
              <p:spPr>
                <a:xfrm>
                  <a:off x="2776530" y="7084787"/>
                  <a:ext cx="111598" cy="109063"/>
                </a:xfrm>
                <a:custGeom>
                  <a:avLst/>
                  <a:gdLst>
                    <a:gd name="csX0" fmla="*/ 53067 w 111598"/>
                    <a:gd name="csY0" fmla="*/ 0 h 109063"/>
                    <a:gd name="csX1" fmla="*/ 0 w 111598"/>
                    <a:gd name="csY1" fmla="*/ 109064 h 109063"/>
                    <a:gd name="csX2" fmla="*/ 74848 w 111598"/>
                    <a:gd name="csY2" fmla="*/ 88391 h 109063"/>
                    <a:gd name="csX3" fmla="*/ 111598 w 111598"/>
                    <a:gd name="csY3" fmla="*/ 30652 h 109063"/>
                    <a:gd name="csX4" fmla="*/ 103678 w 111598"/>
                    <a:gd name="csY4" fmla="*/ 15445 h 10906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11598" h="109063">
                      <a:moveTo>
                        <a:pt x="53067" y="0"/>
                      </a:moveTo>
                      <a:cubicBezTo>
                        <a:pt x="39444" y="39206"/>
                        <a:pt x="0" y="109064"/>
                        <a:pt x="0" y="109064"/>
                      </a:cubicBezTo>
                      <a:lnTo>
                        <a:pt x="74848" y="88391"/>
                      </a:lnTo>
                      <a:lnTo>
                        <a:pt x="111598" y="30652"/>
                      </a:lnTo>
                      <a:lnTo>
                        <a:pt x="103678" y="15445"/>
                      </a:lnTo>
                      <a:close/>
                    </a:path>
                  </a:pathLst>
                </a:custGeom>
                <a:solidFill>
                  <a:srgbClr val="FF8B7B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" name="Freeform: Shape 214">
                  <a:extLst>
                    <a:ext uri="{FF2B5EF4-FFF2-40B4-BE49-F238E27FC236}">
                      <a16:creationId xmlns:a16="http://schemas.microsoft.com/office/drawing/2014/main" id="{DCBAC660-8864-B85C-C912-8383EC17FBDE}"/>
                    </a:ext>
                  </a:extLst>
                </p:cNvPr>
                <p:cNvSpPr/>
                <p:nvPr/>
              </p:nvSpPr>
              <p:spPr>
                <a:xfrm>
                  <a:off x="2725940" y="7087797"/>
                  <a:ext cx="169904" cy="128045"/>
                </a:xfrm>
                <a:custGeom>
                  <a:avLst/>
                  <a:gdLst>
                    <a:gd name="csX0" fmla="*/ 165436 w 169904"/>
                    <a:gd name="csY0" fmla="*/ 8079 h 128045"/>
                    <a:gd name="csX1" fmla="*/ 169872 w 169904"/>
                    <a:gd name="csY1" fmla="*/ 29543 h 128045"/>
                    <a:gd name="csX2" fmla="*/ 166387 w 169904"/>
                    <a:gd name="csY2" fmla="*/ 127756 h 128045"/>
                    <a:gd name="csX3" fmla="*/ 160130 w 169904"/>
                    <a:gd name="csY3" fmla="*/ 127756 h 128045"/>
                    <a:gd name="csX4" fmla="*/ 156803 w 169904"/>
                    <a:gd name="csY4" fmla="*/ 62017 h 128045"/>
                    <a:gd name="csX5" fmla="*/ 134072 w 169904"/>
                    <a:gd name="csY5" fmla="*/ 93144 h 128045"/>
                    <a:gd name="csX6" fmla="*/ 57878 w 169904"/>
                    <a:gd name="csY6" fmla="*/ 127756 h 128045"/>
                    <a:gd name="csX7" fmla="*/ 4415 w 169904"/>
                    <a:gd name="csY7" fmla="*/ 115162 h 128045"/>
                    <a:gd name="csX8" fmla="*/ 49957 w 169904"/>
                    <a:gd name="csY8" fmla="*/ 96074 h 128045"/>
                    <a:gd name="csX9" fmla="*/ 113320 w 169904"/>
                    <a:gd name="csY9" fmla="*/ 57343 h 128045"/>
                    <a:gd name="csX10" fmla="*/ 156803 w 169904"/>
                    <a:gd name="csY10" fmla="*/ 0 h 128045"/>
                    <a:gd name="csX11" fmla="*/ 165436 w 169904"/>
                    <a:gd name="csY11" fmla="*/ 8079 h 12804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169904" h="128045">
                      <a:moveTo>
                        <a:pt x="165436" y="8079"/>
                      </a:moveTo>
                      <a:cubicBezTo>
                        <a:pt x="168628" y="14770"/>
                        <a:pt x="170150" y="22135"/>
                        <a:pt x="169872" y="29543"/>
                      </a:cubicBezTo>
                      <a:cubicBezTo>
                        <a:pt x="169397" y="56393"/>
                        <a:pt x="166387" y="127756"/>
                        <a:pt x="166387" y="127756"/>
                      </a:cubicBezTo>
                      <a:lnTo>
                        <a:pt x="160130" y="127756"/>
                      </a:lnTo>
                      <a:cubicBezTo>
                        <a:pt x="160162" y="105800"/>
                        <a:pt x="159052" y="83857"/>
                        <a:pt x="156803" y="62017"/>
                      </a:cubicBezTo>
                      <a:cubicBezTo>
                        <a:pt x="153635" y="44275"/>
                        <a:pt x="145952" y="75560"/>
                        <a:pt x="134072" y="93144"/>
                      </a:cubicBezTo>
                      <a:cubicBezTo>
                        <a:pt x="122191" y="110727"/>
                        <a:pt x="98905" y="126805"/>
                        <a:pt x="57878" y="127756"/>
                      </a:cubicBezTo>
                      <a:cubicBezTo>
                        <a:pt x="9880" y="128944"/>
                        <a:pt x="-9525" y="126805"/>
                        <a:pt x="4415" y="115162"/>
                      </a:cubicBezTo>
                      <a:cubicBezTo>
                        <a:pt x="18355" y="103519"/>
                        <a:pt x="49957" y="96074"/>
                        <a:pt x="49957" y="96074"/>
                      </a:cubicBezTo>
                      <a:cubicBezTo>
                        <a:pt x="76469" y="95371"/>
                        <a:pt x="100605" y="80618"/>
                        <a:pt x="113320" y="57343"/>
                      </a:cubicBezTo>
                      <a:cubicBezTo>
                        <a:pt x="127577" y="31602"/>
                        <a:pt x="145002" y="6019"/>
                        <a:pt x="156803" y="0"/>
                      </a:cubicBezTo>
                      <a:cubicBezTo>
                        <a:pt x="160798" y="1174"/>
                        <a:pt x="164000" y="4171"/>
                        <a:pt x="165436" y="8079"/>
                      </a:cubicBezTo>
                      <a:close/>
                    </a:path>
                  </a:pathLst>
                </a:custGeom>
                <a:solidFill>
                  <a:srgbClr val="263238"/>
                </a:solidFill>
                <a:ln w="790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153812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FA6B7-A592-3551-E280-E5709341E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05B1F-250D-82CA-FAEF-1E5D6764D9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7865" y="845879"/>
            <a:ext cx="3071365" cy="58658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FEE40"/>
                </a:solidFill>
              </a:rPr>
              <a:t>Data Wrangling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34B0A9A-F1BE-CF93-0D30-E38287706CB7}"/>
              </a:ext>
            </a:extLst>
          </p:cNvPr>
          <p:cNvSpPr txBox="1"/>
          <p:nvPr/>
        </p:nvSpPr>
        <p:spPr>
          <a:xfrm>
            <a:off x="767865" y="1661652"/>
            <a:ext cx="265376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Before we deep dive into analysis, need to cleanup the data and crosschecks the data quality</a:t>
            </a:r>
          </a:p>
          <a:p>
            <a:pPr marL="498475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Data Integration</a:t>
            </a:r>
          </a:p>
          <a:p>
            <a:pPr marL="498475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Handling Missing Values</a:t>
            </a:r>
          </a:p>
          <a:p>
            <a:pPr marL="498475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Duplicate checking</a:t>
            </a: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AEE9C7D4-390F-A2E5-DA6E-869E23C11AA1}"/>
              </a:ext>
            </a:extLst>
          </p:cNvPr>
          <p:cNvSpPr/>
          <p:nvPr/>
        </p:nvSpPr>
        <p:spPr>
          <a:xfrm>
            <a:off x="559061" y="7126211"/>
            <a:ext cx="3071365" cy="179317"/>
          </a:xfrm>
          <a:prstGeom prst="ellipse">
            <a:avLst/>
          </a:prstGeom>
          <a:solidFill>
            <a:srgbClr val="F5F5F5"/>
          </a:solidFill>
          <a:ln w="7906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2002F44-3D1F-9156-F090-182B85302FB6}"/>
              </a:ext>
            </a:extLst>
          </p:cNvPr>
          <p:cNvSpPr/>
          <p:nvPr/>
        </p:nvSpPr>
        <p:spPr>
          <a:xfrm>
            <a:off x="4514126" y="0"/>
            <a:ext cx="7396223" cy="6858000"/>
          </a:xfrm>
          <a:prstGeom prst="roundRect">
            <a:avLst>
              <a:gd name="adj" fmla="val 281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B57815-0F0E-27F1-D474-DC5F955A88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5453"/>
          <a:stretch>
            <a:fillRect/>
          </a:stretch>
        </p:blipFill>
        <p:spPr>
          <a:xfrm>
            <a:off x="4685292" y="904513"/>
            <a:ext cx="7053893" cy="5170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081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F80AD-8510-659B-6707-65DA3BC75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D4FC2-987E-DF40-4EB1-81B06BDCD0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7865" y="1075069"/>
            <a:ext cx="3071365" cy="58658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FEE40"/>
                </a:solidFill>
              </a:rPr>
              <a:t>Overall Churn Snapshot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7405F0-A613-C5D5-0AF7-97E428436830}"/>
              </a:ext>
            </a:extLst>
          </p:cNvPr>
          <p:cNvSpPr txBox="1"/>
          <p:nvPr/>
        </p:nvSpPr>
        <p:spPr>
          <a:xfrm>
            <a:off x="767865" y="1951019"/>
            <a:ext cx="265376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This is our target variable analysis. Its shows where are at the moment of customer retention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The data was grouped based on the customer status (churned stayed, joined)</a:t>
            </a: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3B637567-62E6-E1A9-F8ED-86A39A128416}"/>
              </a:ext>
            </a:extLst>
          </p:cNvPr>
          <p:cNvSpPr/>
          <p:nvPr/>
        </p:nvSpPr>
        <p:spPr>
          <a:xfrm>
            <a:off x="559061" y="7126211"/>
            <a:ext cx="3071365" cy="179317"/>
          </a:xfrm>
          <a:prstGeom prst="ellipse">
            <a:avLst/>
          </a:prstGeom>
          <a:solidFill>
            <a:srgbClr val="F5F5F5"/>
          </a:solidFill>
          <a:ln w="7906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88ED13A-9B28-9B34-9663-3E222E03D338}"/>
              </a:ext>
            </a:extLst>
          </p:cNvPr>
          <p:cNvSpPr/>
          <p:nvPr/>
        </p:nvSpPr>
        <p:spPr>
          <a:xfrm>
            <a:off x="4514126" y="0"/>
            <a:ext cx="7396223" cy="6858000"/>
          </a:xfrm>
          <a:prstGeom prst="roundRect">
            <a:avLst>
              <a:gd name="adj" fmla="val 281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B398EE-6E9A-507D-544D-61410C90D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6506" y="3502788"/>
            <a:ext cx="6287408" cy="32814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5666605-A684-63ED-E43D-FFEEC463CB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2435" y="193136"/>
            <a:ext cx="6415549" cy="3235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775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A529E-79EF-6C87-79FB-6BF0C6078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60BDD-599B-3924-86D0-C44E130FF3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7865" y="1075069"/>
            <a:ext cx="3071365" cy="58658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FEE40"/>
                </a:solidFill>
              </a:rPr>
              <a:t>Demographic Analysis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43DAF4-CA45-B3C7-AC90-44A8FD52B76A}"/>
              </a:ext>
            </a:extLst>
          </p:cNvPr>
          <p:cNvSpPr txBox="1"/>
          <p:nvPr/>
        </p:nvSpPr>
        <p:spPr>
          <a:xfrm>
            <a:off x="767865" y="1951019"/>
            <a:ext cx="307136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Customers divided into three different age groups (Young, Adult, and Senior) using </a:t>
            </a:r>
            <a:r>
              <a:rPr lang="en-US" sz="2400" dirty="0" err="1">
                <a:solidFill>
                  <a:schemeClr val="bg1"/>
                </a:solidFill>
              </a:rPr>
              <a:t>pd.cut</a:t>
            </a:r>
            <a:endParaRPr lang="en-US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Churn rate was calculated based on the group and 36.5% of senior customers was discontinued</a:t>
            </a: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8708D12B-7A25-D882-A70B-5110DF3D451F}"/>
              </a:ext>
            </a:extLst>
          </p:cNvPr>
          <p:cNvSpPr/>
          <p:nvPr/>
        </p:nvSpPr>
        <p:spPr>
          <a:xfrm>
            <a:off x="559061" y="7126211"/>
            <a:ext cx="3071365" cy="179317"/>
          </a:xfrm>
          <a:prstGeom prst="ellipse">
            <a:avLst/>
          </a:prstGeom>
          <a:solidFill>
            <a:srgbClr val="F5F5F5"/>
          </a:solidFill>
          <a:ln w="7906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78F9E13-BA37-1CE5-AD3C-4AD991C3B503}"/>
              </a:ext>
            </a:extLst>
          </p:cNvPr>
          <p:cNvSpPr/>
          <p:nvPr/>
        </p:nvSpPr>
        <p:spPr>
          <a:xfrm>
            <a:off x="4514126" y="0"/>
            <a:ext cx="7396223" cy="6858000"/>
          </a:xfrm>
          <a:prstGeom prst="roundRect">
            <a:avLst>
              <a:gd name="adj" fmla="val 281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E14307-8C79-1530-684D-386BBDF2E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5511" y="3502788"/>
            <a:ext cx="6273454" cy="32358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C41BF5-4D39-2189-14D3-C6AEEC3A6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5374" y="143019"/>
            <a:ext cx="6413725" cy="3285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950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77BAA-5482-003C-E60B-F8350F643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32505-6F34-71A6-414A-4921F09271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7865" y="1075069"/>
            <a:ext cx="3071365" cy="58658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FEE40"/>
                </a:solidFill>
              </a:rPr>
              <a:t>Service Analysis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9737FF-CF39-847C-024D-3D65E03A9A33}"/>
              </a:ext>
            </a:extLst>
          </p:cNvPr>
          <p:cNvSpPr txBox="1"/>
          <p:nvPr/>
        </p:nvSpPr>
        <p:spPr>
          <a:xfrm>
            <a:off x="767865" y="1951019"/>
            <a:ext cx="307136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We did two different analysis based on service.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Internet type(cable, DSL, or fiber option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Contract analysis(monthly, one year and two year)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Fiber Optic has an unexpectedly high churn rate of 40.7%, compared to DSL at 18.5%.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Month-to-Month contracts experience massive churn (45.8%)</a:t>
            </a: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344146EF-0321-989A-8D19-E4C4DDB4650B}"/>
              </a:ext>
            </a:extLst>
          </p:cNvPr>
          <p:cNvSpPr/>
          <p:nvPr/>
        </p:nvSpPr>
        <p:spPr>
          <a:xfrm>
            <a:off x="559061" y="7126211"/>
            <a:ext cx="3071365" cy="179317"/>
          </a:xfrm>
          <a:prstGeom prst="ellipse">
            <a:avLst/>
          </a:prstGeom>
          <a:solidFill>
            <a:srgbClr val="F5F5F5"/>
          </a:solidFill>
          <a:ln w="7906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A793FAE-B8BB-ABEB-3F0D-769A040410C0}"/>
              </a:ext>
            </a:extLst>
          </p:cNvPr>
          <p:cNvSpPr/>
          <p:nvPr/>
        </p:nvSpPr>
        <p:spPr>
          <a:xfrm>
            <a:off x="4543309" y="0"/>
            <a:ext cx="7396223" cy="6858000"/>
          </a:xfrm>
          <a:prstGeom prst="roundRect">
            <a:avLst>
              <a:gd name="adj" fmla="val 281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E747A9-598A-49D9-F7E3-DAE7F4479A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4494" y="884010"/>
            <a:ext cx="7093854" cy="7987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76817E1-709C-F2F7-41F7-52FB56EB8F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4494" y="3667327"/>
            <a:ext cx="7134340" cy="6833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104D1DF-B253-193D-A474-6174A2AC9C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4494" y="1846478"/>
            <a:ext cx="3680779" cy="137934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30B3B14-3D00-2949-BC8F-ED28305958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4494" y="4648846"/>
            <a:ext cx="3795089" cy="127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587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8EDFC-5338-C143-C165-2D75C2D69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F4845-7CE0-B99F-FA5C-A351F08E9B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7865" y="1075069"/>
            <a:ext cx="3071365" cy="58658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FEE40"/>
                </a:solidFill>
              </a:rPr>
              <a:t>Financial Analysis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78A9B5-5060-5CCB-15E5-33CBFBE37131}"/>
              </a:ext>
            </a:extLst>
          </p:cNvPr>
          <p:cNvSpPr txBox="1"/>
          <p:nvPr/>
        </p:nvSpPr>
        <p:spPr>
          <a:xfrm>
            <a:off x="767865" y="1951019"/>
            <a:ext cx="307136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 the financial analysis, we have </a:t>
            </a:r>
            <a:r>
              <a:rPr lang="en-US" dirty="0" err="1">
                <a:solidFill>
                  <a:schemeClr val="bg1"/>
                </a:solidFill>
              </a:rPr>
              <a:t>analysed</a:t>
            </a:r>
            <a:r>
              <a:rPr lang="en-US" dirty="0">
                <a:solidFill>
                  <a:schemeClr val="bg1"/>
                </a:solidFill>
              </a:rPr>
              <a:t> the customer chur rate based on monthly charges.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We have used histogram to see how the distribution between the monthly charges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Average bill for a retained customer: $61.73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Average bill for a churned customer: $73.34</a:t>
            </a: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70135DF6-9A6A-7E33-3E37-9AEF6F87E2DC}"/>
              </a:ext>
            </a:extLst>
          </p:cNvPr>
          <p:cNvSpPr/>
          <p:nvPr/>
        </p:nvSpPr>
        <p:spPr>
          <a:xfrm>
            <a:off x="559061" y="7126211"/>
            <a:ext cx="3071365" cy="179317"/>
          </a:xfrm>
          <a:prstGeom prst="ellipse">
            <a:avLst/>
          </a:prstGeom>
          <a:solidFill>
            <a:srgbClr val="F5F5F5"/>
          </a:solidFill>
          <a:ln w="7906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37796F1-DED0-249A-69B8-7661A79BFF1B}"/>
              </a:ext>
            </a:extLst>
          </p:cNvPr>
          <p:cNvSpPr/>
          <p:nvPr/>
        </p:nvSpPr>
        <p:spPr>
          <a:xfrm>
            <a:off x="4543309" y="0"/>
            <a:ext cx="7396223" cy="6858000"/>
          </a:xfrm>
          <a:prstGeom prst="roundRect">
            <a:avLst>
              <a:gd name="adj" fmla="val 281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032B60-2FA8-A40B-7323-7DC9C722F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387" y="518761"/>
            <a:ext cx="6855218" cy="11543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E168362-C7CA-321E-164B-53D2B25830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8722" y="1951019"/>
            <a:ext cx="6856547" cy="4417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9459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760DF-DE84-D40D-EA31-DE74D1CF3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CFBD5-DD22-1D85-FDD5-16FC0C6202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7865" y="1075069"/>
            <a:ext cx="3071365" cy="58658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FEE40"/>
                </a:solidFill>
              </a:rPr>
              <a:t>Root Cause Analysis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430994-8D9A-FE87-2E33-A63608350D38}"/>
              </a:ext>
            </a:extLst>
          </p:cNvPr>
          <p:cNvSpPr txBox="1"/>
          <p:nvPr/>
        </p:nvSpPr>
        <p:spPr>
          <a:xfrm>
            <a:off x="767865" y="1951019"/>
            <a:ext cx="307136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 the Root Cause analysis, We able see the top reasons for why customer discontinued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Competitor Threat (33%): Better devices (16.7%) and better offers (16.6%) are the top two reasons for leaving</a:t>
            </a: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3A7527F7-3761-8406-61B9-28C0EFFF61D3}"/>
              </a:ext>
            </a:extLst>
          </p:cNvPr>
          <p:cNvSpPr/>
          <p:nvPr/>
        </p:nvSpPr>
        <p:spPr>
          <a:xfrm>
            <a:off x="559061" y="7126211"/>
            <a:ext cx="3071365" cy="179317"/>
          </a:xfrm>
          <a:prstGeom prst="ellipse">
            <a:avLst/>
          </a:prstGeom>
          <a:solidFill>
            <a:srgbClr val="F5F5F5"/>
          </a:solidFill>
          <a:ln w="7906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3767A5E-E118-88AF-0AE6-2F4F4C871D78}"/>
              </a:ext>
            </a:extLst>
          </p:cNvPr>
          <p:cNvSpPr/>
          <p:nvPr/>
        </p:nvSpPr>
        <p:spPr>
          <a:xfrm>
            <a:off x="4543309" y="0"/>
            <a:ext cx="7396223" cy="6858000"/>
          </a:xfrm>
          <a:prstGeom prst="roundRect">
            <a:avLst>
              <a:gd name="adj" fmla="val 281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A20E9D-15C2-FE2D-0745-D71A6C881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616" y="411646"/>
            <a:ext cx="6848104" cy="172914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BEAD4DE-D0F4-1D1E-F3B7-4249149EA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1933" y="2375956"/>
            <a:ext cx="6823349" cy="4246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345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58A16-65DE-F61B-C4F1-172F75354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16030-3DB9-55FB-E0F8-B9947A078F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4800" dirty="0"/>
              <a:t>THANKYOU</a:t>
            </a:r>
          </a:p>
        </p:txBody>
      </p:sp>
      <p:pic>
        <p:nvPicPr>
          <p:cNvPr id="18" name="Picture Placeholder 17">
            <a:extLst>
              <a:ext uri="{FF2B5EF4-FFF2-40B4-BE49-F238E27FC236}">
                <a16:creationId xmlns:a16="http://schemas.microsoft.com/office/drawing/2014/main" id="{E7A5F7BE-F745-6950-4BEF-8C555ABB573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t="15666" b="15666"/>
          <a:stretch>
            <a:fillRect/>
          </a:stretch>
        </p:blipFill>
        <p:spPr>
          <a:xfrm>
            <a:off x="6208713" y="1065213"/>
            <a:ext cx="4884737" cy="5024437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94753076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D4D0E9"/>
      </a:accent2>
      <a:accent3>
        <a:srgbClr val="0070C0"/>
      </a:accent3>
      <a:accent4>
        <a:srgbClr val="FFC000"/>
      </a:accent4>
      <a:accent5>
        <a:srgbClr val="362795"/>
      </a:accent5>
      <a:accent6>
        <a:srgbClr val="70AD47"/>
      </a:accent6>
      <a:hlink>
        <a:srgbClr val="85DFFF"/>
      </a:hlink>
      <a:folHlink>
        <a:srgbClr val="00B0F0"/>
      </a:folHlink>
    </a:clrScheme>
    <a:fontScheme name="Custom 61">
      <a:majorFont>
        <a:latin typeface="Batang"/>
        <a:ea typeface=""/>
        <a:cs typeface=""/>
      </a:majorFont>
      <a:minorFont>
        <a:latin typeface="Corbe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175639_Win32_SL_V3" id="{E3BABE8A-5E36-4CEB-8367-07951D61F935}" vid="{CBF2C544-30BB-46F6-928C-1C11FB7997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952DE45-47B9-4C22-9454-5409ECF862A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9AB8E904-A4D1-44E3-A5C0-8B2587D6E2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92CD2CA-20AA-4B25-93DB-19BA823DE1C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Biography presentation</Template>
  <TotalTime>125</TotalTime>
  <Words>330</Words>
  <Application>Microsoft Office PowerPoint</Application>
  <PresentationFormat>Widescreen</PresentationFormat>
  <Paragraphs>48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Batang</vt:lpstr>
      <vt:lpstr>Arial</vt:lpstr>
      <vt:lpstr>Calibri</vt:lpstr>
      <vt:lpstr>Corbel</vt:lpstr>
      <vt:lpstr>Custom</vt:lpstr>
      <vt:lpstr>Telecom Customer Churn Analysis</vt:lpstr>
      <vt:lpstr>Overview</vt:lpstr>
      <vt:lpstr>Data Wrangling</vt:lpstr>
      <vt:lpstr>Overall Churn Snapshot</vt:lpstr>
      <vt:lpstr>Demographic Analysis</vt:lpstr>
      <vt:lpstr>Service Analysis</vt:lpstr>
      <vt:lpstr>Financial Analysis</vt:lpstr>
      <vt:lpstr>Root Cause Analysis</vt:lpstr>
      <vt:lpstr>THANKYOU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Office365</dc:creator>
  <cp:lastModifiedBy>Office365</cp:lastModifiedBy>
  <cp:revision>29</cp:revision>
  <dcterms:created xsi:type="dcterms:W3CDTF">2026-03-12T14:34:18Z</dcterms:created>
  <dcterms:modified xsi:type="dcterms:W3CDTF">2026-03-13T14:49:21Z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